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</p:sldIdLst>
  <p:sldSz cx="12192635" cy="503999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2" userDrawn="1">
          <p15:clr>
            <a:srgbClr val="A4A3A4"/>
          </p15:clr>
        </p15:guide>
        <p15:guide id="2" pos="388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子锋 林" initials="子锋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8A92"/>
    <a:srgbClr val="98A2AA"/>
    <a:srgbClr val="827CF7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1532"/>
        <p:guide pos="388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9029" y="672112"/>
            <a:ext cx="9801074" cy="1889322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41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9029" y="2617003"/>
            <a:ext cx="9801074" cy="1082259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770" spc="200"/>
            </a:lvl1pPr>
            <a:lvl2pPr marL="335915" indent="0" algn="ctr">
              <a:buNone/>
              <a:defRPr sz="1470"/>
            </a:lvl2pPr>
            <a:lvl3pPr marL="672465" indent="0" algn="ctr">
              <a:buNone/>
              <a:defRPr sz="1320"/>
            </a:lvl3pPr>
            <a:lvl4pPr marL="1007745" indent="0" algn="ctr">
              <a:buNone/>
              <a:defRPr sz="1175"/>
            </a:lvl4pPr>
            <a:lvl5pPr marL="1344295" indent="0" algn="ctr">
              <a:buNone/>
              <a:defRPr sz="1175"/>
            </a:lvl5pPr>
            <a:lvl6pPr marL="1680210" indent="0" algn="ctr">
              <a:buNone/>
              <a:defRPr sz="1175"/>
            </a:lvl6pPr>
            <a:lvl7pPr marL="2016760" indent="0" algn="ctr">
              <a:buNone/>
              <a:defRPr sz="1175"/>
            </a:lvl7pPr>
            <a:lvl8pPr marL="2352040" indent="0" algn="ctr">
              <a:buNone/>
              <a:defRPr sz="1175"/>
            </a:lvl8pPr>
            <a:lvl9pPr marL="2689225" indent="0" algn="ctr">
              <a:buNone/>
              <a:defRPr sz="117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516" y="447193"/>
            <a:ext cx="10971298" cy="51863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516" y="1095489"/>
            <a:ext cx="10971298" cy="3498157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1181" y="2828691"/>
            <a:ext cx="7770286" cy="56362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23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1181" y="3392313"/>
            <a:ext cx="7770286" cy="637712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35915" indent="0">
              <a:buNone/>
              <a:defRPr sz="1175">
                <a:solidFill>
                  <a:schemeClr val="tx1">
                    <a:tint val="75000"/>
                  </a:schemeClr>
                </a:solidFill>
              </a:defRPr>
            </a:lvl2pPr>
            <a:lvl3pPr marL="672465" indent="0">
              <a:buNone/>
              <a:defRPr sz="1175">
                <a:solidFill>
                  <a:schemeClr val="tx1">
                    <a:tint val="75000"/>
                  </a:schemeClr>
                </a:solidFill>
              </a:defRPr>
            </a:lvl3pPr>
            <a:lvl4pPr marL="1007745" indent="0">
              <a:buNone/>
              <a:defRPr sz="1175">
                <a:solidFill>
                  <a:schemeClr val="tx1">
                    <a:tint val="75000"/>
                  </a:schemeClr>
                </a:solidFill>
              </a:defRPr>
            </a:lvl4pPr>
            <a:lvl5pPr marL="1344295" indent="0">
              <a:buNone/>
              <a:defRPr sz="1175">
                <a:solidFill>
                  <a:schemeClr val="tx1">
                    <a:tint val="75000"/>
                  </a:schemeClr>
                </a:solidFill>
              </a:defRPr>
            </a:lvl5pPr>
            <a:lvl6pPr marL="1680210" indent="0">
              <a:buNone/>
              <a:defRPr sz="1175">
                <a:solidFill>
                  <a:schemeClr val="tx1">
                    <a:tint val="75000"/>
                  </a:schemeClr>
                </a:solidFill>
              </a:defRPr>
            </a:lvl6pPr>
            <a:lvl7pPr marL="2016760" indent="0">
              <a:buNone/>
              <a:defRPr sz="1175">
                <a:solidFill>
                  <a:schemeClr val="tx1">
                    <a:tint val="75000"/>
                  </a:schemeClr>
                </a:solidFill>
              </a:defRPr>
            </a:lvl7pPr>
            <a:lvl8pPr marL="2352040" indent="0">
              <a:buNone/>
              <a:defRPr sz="1175">
                <a:solidFill>
                  <a:schemeClr val="tx1">
                    <a:tint val="75000"/>
                  </a:schemeClr>
                </a:solidFill>
              </a:defRPr>
            </a:lvl8pPr>
            <a:lvl9pPr marL="2689225" indent="0">
              <a:buNone/>
              <a:defRPr sz="11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516" y="447193"/>
            <a:ext cx="10971298" cy="51863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516" y="1103428"/>
            <a:ext cx="5177790" cy="3490219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2826" y="1103428"/>
            <a:ext cx="5177790" cy="3490219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516" y="447193"/>
            <a:ext cx="10971298" cy="51863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516" y="1050506"/>
            <a:ext cx="5343422" cy="280488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7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35915" indent="0">
              <a:buNone/>
              <a:defRPr sz="1470" b="1"/>
            </a:lvl2pPr>
            <a:lvl3pPr marL="672465" indent="0">
              <a:buNone/>
              <a:defRPr sz="1320" b="1"/>
            </a:lvl3pPr>
            <a:lvl4pPr marL="1007745" indent="0">
              <a:buNone/>
              <a:defRPr sz="1175" b="1"/>
            </a:lvl4pPr>
            <a:lvl5pPr marL="1344295" indent="0">
              <a:buNone/>
              <a:defRPr sz="1175" b="1"/>
            </a:lvl5pPr>
            <a:lvl6pPr marL="1680210" indent="0">
              <a:buNone/>
              <a:defRPr sz="1175" b="1"/>
            </a:lvl6pPr>
            <a:lvl7pPr marL="2016760" indent="0">
              <a:buNone/>
              <a:defRPr sz="1175" b="1"/>
            </a:lvl7pPr>
            <a:lvl8pPr marL="2352040" indent="0">
              <a:buNone/>
              <a:defRPr sz="1175" b="1"/>
            </a:lvl8pPr>
            <a:lvl9pPr marL="2689225" indent="0">
              <a:buNone/>
              <a:defRPr sz="117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516" y="1362747"/>
            <a:ext cx="5343422" cy="32309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6943" y="1045014"/>
            <a:ext cx="5343422" cy="280488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7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35915" indent="0">
              <a:buNone/>
              <a:defRPr sz="1470" b="1"/>
            </a:lvl2pPr>
            <a:lvl3pPr marL="672465" indent="0">
              <a:buNone/>
              <a:defRPr sz="1320" b="1"/>
            </a:lvl3pPr>
            <a:lvl4pPr marL="1007745" indent="0">
              <a:buNone/>
              <a:defRPr sz="1175" b="1"/>
            </a:lvl4pPr>
            <a:lvl5pPr marL="1344295" indent="0">
              <a:buNone/>
              <a:defRPr sz="1175" b="1"/>
            </a:lvl5pPr>
            <a:lvl6pPr marL="1680210" indent="0">
              <a:buNone/>
              <a:defRPr sz="1175" b="1"/>
            </a:lvl6pPr>
            <a:lvl7pPr marL="2016760" indent="0">
              <a:buNone/>
              <a:defRPr sz="1175" b="1"/>
            </a:lvl7pPr>
            <a:lvl8pPr marL="2352040" indent="0">
              <a:buNone/>
              <a:defRPr sz="1175" b="1"/>
            </a:lvl8pPr>
            <a:lvl9pPr marL="2689225" indent="0">
              <a:buNone/>
              <a:defRPr sz="117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6943" y="1362747"/>
            <a:ext cx="5343422" cy="32309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516" y="447193"/>
            <a:ext cx="10971298" cy="51863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516" y="1143119"/>
            <a:ext cx="5234078" cy="3387021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7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1615" y="1143119"/>
            <a:ext cx="5228200" cy="3387021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7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6757" y="672112"/>
            <a:ext cx="1044200" cy="3696615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05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575" y="672112"/>
            <a:ext cx="9170954" cy="3696615"/>
          </a:xfrm>
        </p:spPr>
        <p:txBody>
          <a:bodyPr vert="eaVert" lIns="46800" tIns="46800" rIns="46800" bIns="46800"/>
          <a:lstStyle>
            <a:lvl1pPr marL="167640" indent="-167640">
              <a:spcAft>
                <a:spcPts val="1000"/>
              </a:spcAft>
              <a:defRPr spc="300"/>
            </a:lvl1pPr>
            <a:lvl2pPr marL="504190" indent="-167640">
              <a:defRPr spc="300"/>
            </a:lvl2pPr>
            <a:lvl3pPr marL="840105" indent="-167640">
              <a:defRPr spc="300"/>
            </a:lvl3pPr>
            <a:lvl4pPr marL="1176655" indent="-167640">
              <a:defRPr spc="300"/>
            </a:lvl4pPr>
            <a:lvl5pPr marL="1511935" indent="-16764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516" y="568914"/>
            <a:ext cx="10974899" cy="403002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9029" y="1825816"/>
            <a:ext cx="9801074" cy="748849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41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9029" y="2617003"/>
            <a:ext cx="9801074" cy="34664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77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516" y="447193"/>
            <a:ext cx="10971298" cy="518638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516" y="1095489"/>
            <a:ext cx="10971298" cy="349815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117" y="4641277"/>
            <a:ext cx="2700516" cy="2328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787" y="4641277"/>
            <a:ext cx="3960757" cy="2328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9298" y="4641277"/>
            <a:ext cx="2700516" cy="2328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72465" rtl="0" eaLnBrk="1" fontAlgn="auto" latinLnBrk="0" hangingPunct="1">
        <a:lnSpc>
          <a:spcPct val="100000"/>
        </a:lnSpc>
        <a:spcBef>
          <a:spcPct val="0"/>
        </a:spcBef>
        <a:buNone/>
        <a:defRPr sz="264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67640" indent="-167640" algn="l" defTabSz="67246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2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04190" indent="-167640" algn="l" defTabSz="67246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183005" algn="l"/>
          <a:tab pos="1183005" algn="l"/>
          <a:tab pos="1183005" algn="l"/>
          <a:tab pos="1183005" algn="l"/>
        </a:tabLst>
        <a:defRPr sz="117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40105" indent="-167640" algn="l" defTabSz="67246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17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176655" indent="-167640" algn="l" defTabSz="67246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11935" indent="-167640" algn="l" defTabSz="67246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48485" indent="-167640" algn="l" defTabSz="672465" rtl="0" eaLnBrk="1" latinLnBrk="0" hangingPunct="1">
        <a:lnSpc>
          <a:spcPct val="90000"/>
        </a:lnSpc>
        <a:spcBef>
          <a:spcPct val="74000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184400" indent="-167640" algn="l" defTabSz="672465" rtl="0" eaLnBrk="1" latinLnBrk="0" hangingPunct="1">
        <a:lnSpc>
          <a:spcPct val="90000"/>
        </a:lnSpc>
        <a:spcBef>
          <a:spcPct val="74000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indent="-167640" algn="l" defTabSz="672465" rtl="0" eaLnBrk="1" latinLnBrk="0" hangingPunct="1">
        <a:lnSpc>
          <a:spcPct val="90000"/>
        </a:lnSpc>
        <a:spcBef>
          <a:spcPct val="74000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856865" indent="-167640" algn="l" defTabSz="672465" rtl="0" eaLnBrk="1" latinLnBrk="0" hangingPunct="1">
        <a:lnSpc>
          <a:spcPct val="90000"/>
        </a:lnSpc>
        <a:spcBef>
          <a:spcPct val="74000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72465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1pPr>
      <a:lvl2pPr marL="335915" algn="l" defTabSz="672465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2pPr>
      <a:lvl3pPr marL="672465" algn="l" defTabSz="672465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3pPr>
      <a:lvl4pPr marL="1007745" algn="l" defTabSz="672465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344295" algn="l" defTabSz="672465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680210" algn="l" defTabSz="672465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016760" algn="l" defTabSz="672465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352040" algn="l" defTabSz="672465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689225" algn="l" defTabSz="672465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jpeg"/><Relationship Id="rId8" Type="http://schemas.openxmlformats.org/officeDocument/2006/relationships/image" Target="../media/image3.png"/><Relationship Id="rId7" Type="http://schemas.openxmlformats.org/officeDocument/2006/relationships/image" Target="../media/image2.jpeg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68.xml"/><Relationship Id="rId10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71" name="组合 270"/>
          <p:cNvGrpSpPr/>
          <p:nvPr/>
        </p:nvGrpSpPr>
        <p:grpSpPr>
          <a:xfrm>
            <a:off x="262786" y="45275"/>
            <a:ext cx="2060575" cy="1807210"/>
            <a:chOff x="1028" y="1679"/>
            <a:chExt cx="3245" cy="2846"/>
          </a:xfrm>
        </p:grpSpPr>
        <p:grpSp>
          <p:nvGrpSpPr>
            <p:cNvPr id="15" name="组合 14"/>
            <p:cNvGrpSpPr/>
            <p:nvPr/>
          </p:nvGrpSpPr>
          <p:grpSpPr>
            <a:xfrm>
              <a:off x="2549" y="1679"/>
              <a:ext cx="1724" cy="1526"/>
              <a:chOff x="2168" y="6746"/>
              <a:chExt cx="1724" cy="1526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2168" y="6746"/>
                <a:ext cx="1725" cy="152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13" name="图片 1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307" y="6793"/>
                <a:ext cx="1476" cy="1435"/>
              </a:xfrm>
              <a:prstGeom prst="rect">
                <a:avLst/>
              </a:prstGeom>
            </p:spPr>
          </p:pic>
        </p:grpSp>
        <p:grpSp>
          <p:nvGrpSpPr>
            <p:cNvPr id="16" name="组合 15"/>
            <p:cNvGrpSpPr/>
            <p:nvPr/>
          </p:nvGrpSpPr>
          <p:grpSpPr>
            <a:xfrm>
              <a:off x="2295" y="1895"/>
              <a:ext cx="1724" cy="1526"/>
              <a:chOff x="2168" y="6746"/>
              <a:chExt cx="1724" cy="1526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2168" y="6746"/>
                <a:ext cx="1725" cy="152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18" name="图片 17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307" y="6793"/>
                <a:ext cx="1476" cy="1435"/>
              </a:xfrm>
              <a:prstGeom prst="rect">
                <a:avLst/>
              </a:prstGeom>
            </p:spPr>
          </p:pic>
        </p:grpSp>
        <p:grpSp>
          <p:nvGrpSpPr>
            <p:cNvPr id="19" name="组合 18"/>
            <p:cNvGrpSpPr/>
            <p:nvPr/>
          </p:nvGrpSpPr>
          <p:grpSpPr>
            <a:xfrm>
              <a:off x="2017" y="2092"/>
              <a:ext cx="1724" cy="1526"/>
              <a:chOff x="2168" y="6746"/>
              <a:chExt cx="1724" cy="1526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2168" y="6746"/>
                <a:ext cx="1725" cy="152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21" name="图片 2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307" y="6793"/>
                <a:ext cx="1476" cy="1435"/>
              </a:xfrm>
              <a:prstGeom prst="rect">
                <a:avLst/>
              </a:prstGeom>
            </p:spPr>
          </p:pic>
        </p:grpSp>
        <p:grpSp>
          <p:nvGrpSpPr>
            <p:cNvPr id="22" name="组合 21"/>
            <p:cNvGrpSpPr/>
            <p:nvPr/>
          </p:nvGrpSpPr>
          <p:grpSpPr>
            <a:xfrm>
              <a:off x="1028" y="2999"/>
              <a:ext cx="1724" cy="1526"/>
              <a:chOff x="2168" y="6746"/>
              <a:chExt cx="1724" cy="1526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2168" y="6746"/>
                <a:ext cx="1725" cy="152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24" name="图片 23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307" y="6793"/>
                <a:ext cx="1476" cy="1435"/>
              </a:xfrm>
              <a:prstGeom prst="rect">
                <a:avLst/>
              </a:prstGeom>
            </p:spPr>
          </p:pic>
        </p:grpSp>
        <p:sp>
          <p:nvSpPr>
            <p:cNvPr id="25" name="文本框 24"/>
            <p:cNvSpPr txBox="1"/>
            <p:nvPr/>
          </p:nvSpPr>
          <p:spPr>
            <a:xfrm rot="18540000">
              <a:off x="2486" y="3299"/>
              <a:ext cx="764" cy="85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2800">
                  <a:solidFill>
                    <a:schemeClr val="accent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...</a:t>
              </a:r>
              <a:endParaRPr lang="en-US" altLang="zh-CN" sz="2800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</p:grpSp>
      <p:sp>
        <p:nvSpPr>
          <p:cNvPr id="29" name="矩形 28"/>
          <p:cNvSpPr/>
          <p:nvPr/>
        </p:nvSpPr>
        <p:spPr>
          <a:xfrm>
            <a:off x="3498850" y="344805"/>
            <a:ext cx="1520825" cy="111379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Domain Specific</a:t>
            </a:r>
            <a:endParaRPr lang="en-US" altLang="zh-CN" sz="140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Feature Extraction</a:t>
            </a:r>
            <a:endParaRPr lang="en-US" altLang="zh-CN" sz="140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9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MI: CSP</a:t>
            </a:r>
            <a:endParaRPr lang="en-US" altLang="zh-CN" sz="90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9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Sleep: PSD</a:t>
            </a:r>
            <a:endParaRPr lang="en-US" altLang="zh-CN" sz="90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9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Epilepsy: Band Power</a:t>
            </a:r>
            <a:endParaRPr lang="en-US" altLang="zh-CN" sz="90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grpSp>
        <p:nvGrpSpPr>
          <p:cNvPr id="270" name="组合 269"/>
          <p:cNvGrpSpPr/>
          <p:nvPr/>
        </p:nvGrpSpPr>
        <p:grpSpPr>
          <a:xfrm>
            <a:off x="6033666" y="192595"/>
            <a:ext cx="2214880" cy="1123950"/>
            <a:chOff x="6760" y="2566"/>
            <a:chExt cx="3488" cy="1770"/>
          </a:xfrm>
        </p:grpSpPr>
        <p:grpSp>
          <p:nvGrpSpPr>
            <p:cNvPr id="43" name="组合 42"/>
            <p:cNvGrpSpPr/>
            <p:nvPr/>
          </p:nvGrpSpPr>
          <p:grpSpPr>
            <a:xfrm>
              <a:off x="8056" y="2566"/>
              <a:ext cx="2192" cy="366"/>
              <a:chOff x="8546" y="4003"/>
              <a:chExt cx="2192" cy="366"/>
            </a:xfrm>
          </p:grpSpPr>
          <p:sp>
            <p:nvSpPr>
              <p:cNvPr id="44" name="矩形 43"/>
              <p:cNvSpPr/>
              <p:nvPr/>
            </p:nvSpPr>
            <p:spPr>
              <a:xfrm>
                <a:off x="8546" y="4003"/>
                <a:ext cx="2192" cy="366"/>
              </a:xfrm>
              <a:prstGeom prst="rect">
                <a:avLst/>
              </a:prstGeom>
              <a:solidFill>
                <a:srgbClr val="59AAF2"/>
              </a:solidFill>
              <a:ln>
                <a:solidFill>
                  <a:srgbClr val="4485C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8622" y="4028"/>
                <a:ext cx="312" cy="312"/>
              </a:xfrm>
              <a:prstGeom prst="ellipse">
                <a:avLst/>
              </a:prstGeom>
              <a:solidFill>
                <a:srgbClr val="B3DDF2"/>
              </a:solidFill>
              <a:ln>
                <a:solidFill>
                  <a:srgbClr val="4393D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9050" y="4028"/>
                <a:ext cx="312" cy="312"/>
              </a:xfrm>
              <a:prstGeom prst="ellipse">
                <a:avLst/>
              </a:prstGeom>
              <a:solidFill>
                <a:srgbClr val="B3DDF2"/>
              </a:solidFill>
              <a:ln>
                <a:solidFill>
                  <a:srgbClr val="4393D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9478" y="4028"/>
                <a:ext cx="312" cy="312"/>
              </a:xfrm>
              <a:prstGeom prst="ellipse">
                <a:avLst/>
              </a:prstGeom>
              <a:solidFill>
                <a:srgbClr val="B3DDF2"/>
              </a:solidFill>
              <a:ln>
                <a:solidFill>
                  <a:srgbClr val="4393D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9906" y="4028"/>
                <a:ext cx="312" cy="312"/>
              </a:xfrm>
              <a:prstGeom prst="ellipse">
                <a:avLst/>
              </a:prstGeom>
              <a:solidFill>
                <a:srgbClr val="B3DDF2"/>
              </a:solidFill>
              <a:ln>
                <a:solidFill>
                  <a:srgbClr val="4393D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9" name="椭圆 48"/>
              <p:cNvSpPr/>
              <p:nvPr/>
            </p:nvSpPr>
            <p:spPr>
              <a:xfrm>
                <a:off x="10334" y="4028"/>
                <a:ext cx="312" cy="312"/>
              </a:xfrm>
              <a:prstGeom prst="ellipse">
                <a:avLst/>
              </a:prstGeom>
              <a:solidFill>
                <a:srgbClr val="B3DDF2"/>
              </a:solidFill>
              <a:ln>
                <a:solidFill>
                  <a:srgbClr val="4393D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>
              <a:off x="7820" y="2780"/>
              <a:ext cx="2192" cy="366"/>
              <a:chOff x="8546" y="4003"/>
              <a:chExt cx="2192" cy="366"/>
            </a:xfrm>
          </p:grpSpPr>
          <p:sp>
            <p:nvSpPr>
              <p:cNvPr id="51" name="矩形 50"/>
              <p:cNvSpPr/>
              <p:nvPr/>
            </p:nvSpPr>
            <p:spPr>
              <a:xfrm>
                <a:off x="8546" y="4003"/>
                <a:ext cx="2192" cy="366"/>
              </a:xfrm>
              <a:prstGeom prst="rect">
                <a:avLst/>
              </a:prstGeom>
              <a:solidFill>
                <a:srgbClr val="59AAF2"/>
              </a:solidFill>
              <a:ln>
                <a:solidFill>
                  <a:srgbClr val="4485C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2" name="椭圆 51"/>
              <p:cNvSpPr/>
              <p:nvPr/>
            </p:nvSpPr>
            <p:spPr>
              <a:xfrm>
                <a:off x="8622" y="4028"/>
                <a:ext cx="312" cy="312"/>
              </a:xfrm>
              <a:prstGeom prst="ellipse">
                <a:avLst/>
              </a:prstGeom>
              <a:solidFill>
                <a:srgbClr val="B3DDF2"/>
              </a:solidFill>
              <a:ln>
                <a:solidFill>
                  <a:srgbClr val="4393D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3" name="椭圆 52"/>
              <p:cNvSpPr/>
              <p:nvPr/>
            </p:nvSpPr>
            <p:spPr>
              <a:xfrm>
                <a:off x="9050" y="4028"/>
                <a:ext cx="312" cy="312"/>
              </a:xfrm>
              <a:prstGeom prst="ellipse">
                <a:avLst/>
              </a:prstGeom>
              <a:solidFill>
                <a:srgbClr val="B3DDF2"/>
              </a:solidFill>
              <a:ln>
                <a:solidFill>
                  <a:srgbClr val="4393D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4" name="椭圆 53"/>
              <p:cNvSpPr/>
              <p:nvPr/>
            </p:nvSpPr>
            <p:spPr>
              <a:xfrm>
                <a:off x="9478" y="4028"/>
                <a:ext cx="312" cy="312"/>
              </a:xfrm>
              <a:prstGeom prst="ellipse">
                <a:avLst/>
              </a:prstGeom>
              <a:solidFill>
                <a:srgbClr val="B3DDF2"/>
              </a:solidFill>
              <a:ln>
                <a:solidFill>
                  <a:srgbClr val="4393D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5" name="椭圆 54"/>
              <p:cNvSpPr/>
              <p:nvPr/>
            </p:nvSpPr>
            <p:spPr>
              <a:xfrm>
                <a:off x="9906" y="4028"/>
                <a:ext cx="312" cy="312"/>
              </a:xfrm>
              <a:prstGeom prst="ellipse">
                <a:avLst/>
              </a:prstGeom>
              <a:solidFill>
                <a:srgbClr val="B3DDF2"/>
              </a:solidFill>
              <a:ln>
                <a:solidFill>
                  <a:srgbClr val="4393D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6" name="椭圆 55"/>
              <p:cNvSpPr/>
              <p:nvPr/>
            </p:nvSpPr>
            <p:spPr>
              <a:xfrm>
                <a:off x="10334" y="4028"/>
                <a:ext cx="312" cy="312"/>
              </a:xfrm>
              <a:prstGeom prst="ellipse">
                <a:avLst/>
              </a:prstGeom>
              <a:solidFill>
                <a:srgbClr val="B3DDF2"/>
              </a:solidFill>
              <a:ln>
                <a:solidFill>
                  <a:srgbClr val="4393D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57" name="组合 56"/>
            <p:cNvGrpSpPr/>
            <p:nvPr/>
          </p:nvGrpSpPr>
          <p:grpSpPr>
            <a:xfrm>
              <a:off x="7568" y="2982"/>
              <a:ext cx="2192" cy="366"/>
              <a:chOff x="8546" y="4003"/>
              <a:chExt cx="2192" cy="366"/>
            </a:xfrm>
          </p:grpSpPr>
          <p:sp>
            <p:nvSpPr>
              <p:cNvPr id="58" name="矩形 57"/>
              <p:cNvSpPr/>
              <p:nvPr/>
            </p:nvSpPr>
            <p:spPr>
              <a:xfrm>
                <a:off x="8546" y="4003"/>
                <a:ext cx="2192" cy="366"/>
              </a:xfrm>
              <a:prstGeom prst="rect">
                <a:avLst/>
              </a:prstGeom>
              <a:solidFill>
                <a:srgbClr val="59AAF2"/>
              </a:solidFill>
              <a:ln>
                <a:solidFill>
                  <a:srgbClr val="4485C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9" name="椭圆 58"/>
              <p:cNvSpPr/>
              <p:nvPr/>
            </p:nvSpPr>
            <p:spPr>
              <a:xfrm>
                <a:off x="8622" y="4028"/>
                <a:ext cx="312" cy="312"/>
              </a:xfrm>
              <a:prstGeom prst="ellipse">
                <a:avLst/>
              </a:prstGeom>
              <a:solidFill>
                <a:srgbClr val="B3DDF2"/>
              </a:solidFill>
              <a:ln>
                <a:solidFill>
                  <a:srgbClr val="4393D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0" name="椭圆 59"/>
              <p:cNvSpPr/>
              <p:nvPr/>
            </p:nvSpPr>
            <p:spPr>
              <a:xfrm>
                <a:off x="9050" y="4028"/>
                <a:ext cx="312" cy="312"/>
              </a:xfrm>
              <a:prstGeom prst="ellipse">
                <a:avLst/>
              </a:prstGeom>
              <a:solidFill>
                <a:srgbClr val="B3DDF2"/>
              </a:solidFill>
              <a:ln>
                <a:solidFill>
                  <a:srgbClr val="4393D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1" name="椭圆 60"/>
              <p:cNvSpPr/>
              <p:nvPr/>
            </p:nvSpPr>
            <p:spPr>
              <a:xfrm>
                <a:off x="9478" y="4028"/>
                <a:ext cx="312" cy="312"/>
              </a:xfrm>
              <a:prstGeom prst="ellipse">
                <a:avLst/>
              </a:prstGeom>
              <a:solidFill>
                <a:srgbClr val="B3DDF2"/>
              </a:solidFill>
              <a:ln>
                <a:solidFill>
                  <a:srgbClr val="4393D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2" name="椭圆 61"/>
              <p:cNvSpPr/>
              <p:nvPr/>
            </p:nvSpPr>
            <p:spPr>
              <a:xfrm>
                <a:off x="9906" y="4028"/>
                <a:ext cx="312" cy="312"/>
              </a:xfrm>
              <a:prstGeom prst="ellipse">
                <a:avLst/>
              </a:prstGeom>
              <a:solidFill>
                <a:srgbClr val="B3DDF2"/>
              </a:solidFill>
              <a:ln>
                <a:solidFill>
                  <a:srgbClr val="4393D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3" name="椭圆 62"/>
              <p:cNvSpPr/>
              <p:nvPr/>
            </p:nvSpPr>
            <p:spPr>
              <a:xfrm>
                <a:off x="10334" y="4028"/>
                <a:ext cx="312" cy="312"/>
              </a:xfrm>
              <a:prstGeom prst="ellipse">
                <a:avLst/>
              </a:prstGeom>
              <a:solidFill>
                <a:srgbClr val="B3DDF2"/>
              </a:solidFill>
              <a:ln>
                <a:solidFill>
                  <a:srgbClr val="4393D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64" name="组合 63"/>
            <p:cNvGrpSpPr/>
            <p:nvPr/>
          </p:nvGrpSpPr>
          <p:grpSpPr>
            <a:xfrm>
              <a:off x="6760" y="3970"/>
              <a:ext cx="2192" cy="366"/>
              <a:chOff x="8546" y="4003"/>
              <a:chExt cx="2192" cy="366"/>
            </a:xfrm>
          </p:grpSpPr>
          <p:sp>
            <p:nvSpPr>
              <p:cNvPr id="65" name="矩形 64"/>
              <p:cNvSpPr/>
              <p:nvPr/>
            </p:nvSpPr>
            <p:spPr>
              <a:xfrm>
                <a:off x="8546" y="4003"/>
                <a:ext cx="2192" cy="366"/>
              </a:xfrm>
              <a:prstGeom prst="rect">
                <a:avLst/>
              </a:prstGeom>
              <a:solidFill>
                <a:srgbClr val="59AAF2"/>
              </a:solidFill>
              <a:ln>
                <a:solidFill>
                  <a:srgbClr val="4485C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6" name="椭圆 65"/>
              <p:cNvSpPr/>
              <p:nvPr/>
            </p:nvSpPr>
            <p:spPr>
              <a:xfrm>
                <a:off x="8622" y="4028"/>
                <a:ext cx="312" cy="312"/>
              </a:xfrm>
              <a:prstGeom prst="ellipse">
                <a:avLst/>
              </a:prstGeom>
              <a:solidFill>
                <a:srgbClr val="B3DDF2"/>
              </a:solidFill>
              <a:ln>
                <a:solidFill>
                  <a:srgbClr val="4393D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7" name="椭圆 66"/>
              <p:cNvSpPr/>
              <p:nvPr/>
            </p:nvSpPr>
            <p:spPr>
              <a:xfrm>
                <a:off x="9050" y="4028"/>
                <a:ext cx="312" cy="312"/>
              </a:xfrm>
              <a:prstGeom prst="ellipse">
                <a:avLst/>
              </a:prstGeom>
              <a:solidFill>
                <a:srgbClr val="B3DDF2"/>
              </a:solidFill>
              <a:ln>
                <a:solidFill>
                  <a:srgbClr val="4393D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8" name="椭圆 67"/>
              <p:cNvSpPr/>
              <p:nvPr/>
            </p:nvSpPr>
            <p:spPr>
              <a:xfrm>
                <a:off x="9478" y="4028"/>
                <a:ext cx="312" cy="312"/>
              </a:xfrm>
              <a:prstGeom prst="ellipse">
                <a:avLst/>
              </a:prstGeom>
              <a:solidFill>
                <a:srgbClr val="B3DDF2"/>
              </a:solidFill>
              <a:ln>
                <a:solidFill>
                  <a:srgbClr val="4393D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9" name="椭圆 68"/>
              <p:cNvSpPr/>
              <p:nvPr/>
            </p:nvSpPr>
            <p:spPr>
              <a:xfrm>
                <a:off x="9906" y="4028"/>
                <a:ext cx="312" cy="312"/>
              </a:xfrm>
              <a:prstGeom prst="ellipse">
                <a:avLst/>
              </a:prstGeom>
              <a:solidFill>
                <a:srgbClr val="B3DDF2"/>
              </a:solidFill>
              <a:ln>
                <a:solidFill>
                  <a:srgbClr val="4393D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0" name="椭圆 69"/>
              <p:cNvSpPr/>
              <p:nvPr/>
            </p:nvSpPr>
            <p:spPr>
              <a:xfrm>
                <a:off x="10334" y="4028"/>
                <a:ext cx="312" cy="312"/>
              </a:xfrm>
              <a:prstGeom prst="ellipse">
                <a:avLst/>
              </a:prstGeom>
              <a:solidFill>
                <a:srgbClr val="B3DDF2"/>
              </a:solidFill>
              <a:ln>
                <a:solidFill>
                  <a:srgbClr val="4393D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71" name="文本框 70"/>
            <p:cNvSpPr txBox="1"/>
            <p:nvPr/>
          </p:nvSpPr>
          <p:spPr>
            <a:xfrm>
              <a:off x="7768" y="3117"/>
              <a:ext cx="941" cy="62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2800">
                  <a:solidFill>
                    <a:schemeClr val="accent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...</a:t>
              </a:r>
              <a:endParaRPr lang="en-US" altLang="zh-CN" sz="2800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</p:grpSp>
      <p:grpSp>
        <p:nvGrpSpPr>
          <p:cNvPr id="269" name="组合 268"/>
          <p:cNvGrpSpPr/>
          <p:nvPr/>
        </p:nvGrpSpPr>
        <p:grpSpPr>
          <a:xfrm>
            <a:off x="6189661" y="1400365"/>
            <a:ext cx="2288755" cy="1983195"/>
            <a:chOff x="13242" y="1230"/>
            <a:chExt cx="4212" cy="3649"/>
          </a:xfrm>
        </p:grpSpPr>
        <p:cxnSp>
          <p:nvCxnSpPr>
            <p:cNvPr id="4" name="直接箭头连接符 3"/>
            <p:cNvCxnSpPr/>
            <p:nvPr/>
          </p:nvCxnSpPr>
          <p:spPr>
            <a:xfrm>
              <a:off x="13242" y="4813"/>
              <a:ext cx="4212" cy="0"/>
            </a:xfrm>
            <a:prstGeom prst="straightConnector1">
              <a:avLst/>
            </a:prstGeom>
            <a:ln>
              <a:solidFill>
                <a:srgbClr val="8DD3C7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" name="直接箭头连接符 4"/>
            <p:cNvCxnSpPr/>
            <p:nvPr/>
          </p:nvCxnSpPr>
          <p:spPr>
            <a:xfrm flipV="1">
              <a:off x="13317" y="1230"/>
              <a:ext cx="0" cy="3649"/>
            </a:xfrm>
            <a:prstGeom prst="straightConnector1">
              <a:avLst/>
            </a:prstGeom>
            <a:ln>
              <a:solidFill>
                <a:srgbClr val="8DD3C7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椭圆 5"/>
            <p:cNvSpPr/>
            <p:nvPr/>
          </p:nvSpPr>
          <p:spPr>
            <a:xfrm>
              <a:off x="13491" y="3990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13711" y="1758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15437" y="3500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13691" y="4190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13798" y="3604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14010" y="4109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14091" y="3700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291" y="3900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491" y="4100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3729" y="4025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3610" y="3981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291" y="3170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5267" y="2037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572" y="4144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3729" y="3427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3572" y="3581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172" y="3485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5227" y="3638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5556" y="3757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5812" y="3229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5227" y="3815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6050" y="3876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839" y="3568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5931" y="3568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5675" y="4111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5" name="椭圆 74"/>
            <p:cNvSpPr/>
            <p:nvPr/>
          </p:nvSpPr>
          <p:spPr>
            <a:xfrm>
              <a:off x="15812" y="3757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6" name="椭圆 75"/>
            <p:cNvSpPr/>
            <p:nvPr/>
          </p:nvSpPr>
          <p:spPr>
            <a:xfrm>
              <a:off x="15931" y="3992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7" name="椭圆 76"/>
            <p:cNvSpPr/>
            <p:nvPr/>
          </p:nvSpPr>
          <p:spPr>
            <a:xfrm>
              <a:off x="16169" y="3934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8" name="椭圆 77"/>
            <p:cNvSpPr/>
            <p:nvPr/>
          </p:nvSpPr>
          <p:spPr>
            <a:xfrm>
              <a:off x="16050" y="4053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9" name="椭圆 78"/>
            <p:cNvSpPr/>
            <p:nvPr/>
          </p:nvSpPr>
          <p:spPr>
            <a:xfrm>
              <a:off x="16131" y="3768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0" name="椭圆 79"/>
            <p:cNvSpPr/>
            <p:nvPr/>
          </p:nvSpPr>
          <p:spPr>
            <a:xfrm>
              <a:off x="15556" y="3229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5464" y="2647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5108" y="3177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3711" y="2277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204" y="1812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5" name="椭圆 84"/>
            <p:cNvSpPr/>
            <p:nvPr/>
          </p:nvSpPr>
          <p:spPr>
            <a:xfrm>
              <a:off x="14204" y="2178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椭圆 85"/>
            <p:cNvSpPr/>
            <p:nvPr/>
          </p:nvSpPr>
          <p:spPr>
            <a:xfrm>
              <a:off x="13911" y="1958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7" name="椭圆 86"/>
            <p:cNvSpPr/>
            <p:nvPr/>
          </p:nvSpPr>
          <p:spPr>
            <a:xfrm>
              <a:off x="13966" y="1599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8" name="椭圆 87"/>
            <p:cNvSpPr/>
            <p:nvPr/>
          </p:nvSpPr>
          <p:spPr>
            <a:xfrm>
              <a:off x="14626" y="1718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椭圆 88"/>
            <p:cNvSpPr/>
            <p:nvPr/>
          </p:nvSpPr>
          <p:spPr>
            <a:xfrm>
              <a:off x="14511" y="1907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0" name="椭圆 89"/>
            <p:cNvSpPr/>
            <p:nvPr/>
          </p:nvSpPr>
          <p:spPr>
            <a:xfrm>
              <a:off x="15026" y="1599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椭圆 90"/>
            <p:cNvSpPr/>
            <p:nvPr/>
          </p:nvSpPr>
          <p:spPr>
            <a:xfrm>
              <a:off x="14630" y="2109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2" name="椭圆 91"/>
            <p:cNvSpPr/>
            <p:nvPr/>
          </p:nvSpPr>
          <p:spPr>
            <a:xfrm>
              <a:off x="14323" y="1788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3" name="椭圆 92"/>
            <p:cNvSpPr/>
            <p:nvPr/>
          </p:nvSpPr>
          <p:spPr>
            <a:xfrm>
              <a:off x="14376" y="3543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4" name="椭圆 93"/>
            <p:cNvSpPr/>
            <p:nvPr/>
          </p:nvSpPr>
          <p:spPr>
            <a:xfrm>
              <a:off x="14010" y="3251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5" name="椭圆 94"/>
            <p:cNvSpPr/>
            <p:nvPr/>
          </p:nvSpPr>
          <p:spPr>
            <a:xfrm>
              <a:off x="14491" y="3370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6" name="椭圆 95"/>
            <p:cNvSpPr/>
            <p:nvPr/>
          </p:nvSpPr>
          <p:spPr>
            <a:xfrm>
              <a:off x="13729" y="3815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7" name="椭圆 96"/>
            <p:cNvSpPr/>
            <p:nvPr/>
          </p:nvSpPr>
          <p:spPr>
            <a:xfrm>
              <a:off x="14257" y="3664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椭圆 97"/>
            <p:cNvSpPr/>
            <p:nvPr/>
          </p:nvSpPr>
          <p:spPr>
            <a:xfrm>
              <a:off x="14826" y="1918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椭圆 98"/>
            <p:cNvSpPr/>
            <p:nvPr/>
          </p:nvSpPr>
          <p:spPr>
            <a:xfrm>
              <a:off x="14323" y="1639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0" name="椭圆 99"/>
            <p:cNvSpPr/>
            <p:nvPr/>
          </p:nvSpPr>
          <p:spPr>
            <a:xfrm>
              <a:off x="13978" y="2109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1" name="椭圆 100"/>
            <p:cNvSpPr/>
            <p:nvPr/>
          </p:nvSpPr>
          <p:spPr>
            <a:xfrm>
              <a:off x="14323" y="1990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2" name="椭圆 101"/>
            <p:cNvSpPr/>
            <p:nvPr/>
          </p:nvSpPr>
          <p:spPr>
            <a:xfrm>
              <a:off x="14442" y="2190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3" name="椭圆 102"/>
            <p:cNvSpPr/>
            <p:nvPr/>
          </p:nvSpPr>
          <p:spPr>
            <a:xfrm>
              <a:off x="13966" y="2251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4" name="椭圆 103"/>
            <p:cNvSpPr/>
            <p:nvPr/>
          </p:nvSpPr>
          <p:spPr>
            <a:xfrm>
              <a:off x="14204" y="2482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5" name="椭圆 104"/>
            <p:cNvSpPr/>
            <p:nvPr/>
          </p:nvSpPr>
          <p:spPr>
            <a:xfrm>
              <a:off x="14111" y="2158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6" name="椭圆 105"/>
            <p:cNvSpPr/>
            <p:nvPr/>
          </p:nvSpPr>
          <p:spPr>
            <a:xfrm>
              <a:off x="13911" y="2477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7" name="椭圆 106"/>
            <p:cNvSpPr/>
            <p:nvPr/>
          </p:nvSpPr>
          <p:spPr>
            <a:xfrm>
              <a:off x="14404" y="2012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8" name="椭圆 107"/>
            <p:cNvSpPr/>
            <p:nvPr/>
          </p:nvSpPr>
          <p:spPr>
            <a:xfrm>
              <a:off x="14404" y="2378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9" name="椭圆 108"/>
            <p:cNvSpPr/>
            <p:nvPr/>
          </p:nvSpPr>
          <p:spPr>
            <a:xfrm>
              <a:off x="14111" y="2158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0" name="椭圆 109"/>
            <p:cNvSpPr/>
            <p:nvPr/>
          </p:nvSpPr>
          <p:spPr>
            <a:xfrm>
              <a:off x="14166" y="1799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1" name="椭圆 110"/>
            <p:cNvSpPr/>
            <p:nvPr/>
          </p:nvSpPr>
          <p:spPr>
            <a:xfrm>
              <a:off x="15026" y="2118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2" name="椭圆 111"/>
            <p:cNvSpPr/>
            <p:nvPr/>
          </p:nvSpPr>
          <p:spPr>
            <a:xfrm>
              <a:off x="14711" y="2107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3" name="椭圆 112"/>
            <p:cNvSpPr/>
            <p:nvPr/>
          </p:nvSpPr>
          <p:spPr>
            <a:xfrm>
              <a:off x="15226" y="1799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4" name="椭圆 113"/>
            <p:cNvSpPr/>
            <p:nvPr/>
          </p:nvSpPr>
          <p:spPr>
            <a:xfrm>
              <a:off x="14830" y="2309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5" name="椭圆 114"/>
            <p:cNvSpPr/>
            <p:nvPr/>
          </p:nvSpPr>
          <p:spPr>
            <a:xfrm>
              <a:off x="14523" y="1988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6" name="椭圆 115"/>
            <p:cNvSpPr/>
            <p:nvPr/>
          </p:nvSpPr>
          <p:spPr>
            <a:xfrm>
              <a:off x="15026" y="2118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7" name="椭圆 116"/>
            <p:cNvSpPr/>
            <p:nvPr/>
          </p:nvSpPr>
          <p:spPr>
            <a:xfrm>
              <a:off x="14523" y="1839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8" name="椭圆 117"/>
            <p:cNvSpPr/>
            <p:nvPr/>
          </p:nvSpPr>
          <p:spPr>
            <a:xfrm>
              <a:off x="14178" y="2309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9" name="椭圆 118"/>
            <p:cNvSpPr/>
            <p:nvPr/>
          </p:nvSpPr>
          <p:spPr>
            <a:xfrm>
              <a:off x="14523" y="2190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0" name="椭圆 119"/>
            <p:cNvSpPr/>
            <p:nvPr/>
          </p:nvSpPr>
          <p:spPr>
            <a:xfrm>
              <a:off x="14642" y="2390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1" name="椭圆 120"/>
            <p:cNvSpPr/>
            <p:nvPr/>
          </p:nvSpPr>
          <p:spPr>
            <a:xfrm>
              <a:off x="14166" y="2451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2" name="椭圆 121"/>
            <p:cNvSpPr/>
            <p:nvPr/>
          </p:nvSpPr>
          <p:spPr>
            <a:xfrm>
              <a:off x="14404" y="2682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3" name="椭圆 122"/>
            <p:cNvSpPr/>
            <p:nvPr/>
          </p:nvSpPr>
          <p:spPr>
            <a:xfrm>
              <a:off x="13891" y="4390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4" name="椭圆 123"/>
            <p:cNvSpPr/>
            <p:nvPr/>
          </p:nvSpPr>
          <p:spPr>
            <a:xfrm>
              <a:off x="13891" y="4390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5" name="椭圆 124"/>
            <p:cNvSpPr/>
            <p:nvPr/>
          </p:nvSpPr>
          <p:spPr>
            <a:xfrm>
              <a:off x="13998" y="3804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6" name="椭圆 125"/>
            <p:cNvSpPr/>
            <p:nvPr/>
          </p:nvSpPr>
          <p:spPr>
            <a:xfrm>
              <a:off x="14210" y="4309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7" name="椭圆 126"/>
            <p:cNvSpPr/>
            <p:nvPr/>
          </p:nvSpPr>
          <p:spPr>
            <a:xfrm>
              <a:off x="14691" y="4300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8" name="椭圆 127"/>
            <p:cNvSpPr/>
            <p:nvPr/>
          </p:nvSpPr>
          <p:spPr>
            <a:xfrm>
              <a:off x="14691" y="4300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9" name="椭圆 128"/>
            <p:cNvSpPr/>
            <p:nvPr/>
          </p:nvSpPr>
          <p:spPr>
            <a:xfrm>
              <a:off x="14691" y="4300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0" name="椭圆 129"/>
            <p:cNvSpPr/>
            <p:nvPr/>
          </p:nvSpPr>
          <p:spPr>
            <a:xfrm>
              <a:off x="13929" y="4225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1" name="椭圆 130"/>
            <p:cNvSpPr/>
            <p:nvPr/>
          </p:nvSpPr>
          <p:spPr>
            <a:xfrm>
              <a:off x="13810" y="4181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2" name="椭圆 131"/>
            <p:cNvSpPr/>
            <p:nvPr/>
          </p:nvSpPr>
          <p:spPr>
            <a:xfrm>
              <a:off x="14691" y="3570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3" name="椭圆 132"/>
            <p:cNvSpPr/>
            <p:nvPr/>
          </p:nvSpPr>
          <p:spPr>
            <a:xfrm>
              <a:off x="13998" y="3344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4" name="椭圆 133"/>
            <p:cNvSpPr/>
            <p:nvPr/>
          </p:nvSpPr>
          <p:spPr>
            <a:xfrm>
              <a:off x="13772" y="4344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5" name="椭圆 134"/>
            <p:cNvSpPr/>
            <p:nvPr/>
          </p:nvSpPr>
          <p:spPr>
            <a:xfrm>
              <a:off x="13929" y="3627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6" name="椭圆 135"/>
            <p:cNvSpPr/>
            <p:nvPr/>
          </p:nvSpPr>
          <p:spPr>
            <a:xfrm>
              <a:off x="13772" y="3781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7" name="椭圆 136"/>
            <p:cNvSpPr/>
            <p:nvPr/>
          </p:nvSpPr>
          <p:spPr>
            <a:xfrm>
              <a:off x="14372" y="3685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8" name="椭圆 137"/>
            <p:cNvSpPr/>
            <p:nvPr/>
          </p:nvSpPr>
          <p:spPr>
            <a:xfrm>
              <a:off x="14576" y="3743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9" name="椭圆 138"/>
            <p:cNvSpPr/>
            <p:nvPr/>
          </p:nvSpPr>
          <p:spPr>
            <a:xfrm>
              <a:off x="14210" y="3451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0" name="椭圆 139"/>
            <p:cNvSpPr/>
            <p:nvPr/>
          </p:nvSpPr>
          <p:spPr>
            <a:xfrm>
              <a:off x="14691" y="3570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1" name="椭圆 140"/>
            <p:cNvSpPr/>
            <p:nvPr/>
          </p:nvSpPr>
          <p:spPr>
            <a:xfrm>
              <a:off x="13929" y="4015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2" name="椭圆 141"/>
            <p:cNvSpPr/>
            <p:nvPr/>
          </p:nvSpPr>
          <p:spPr>
            <a:xfrm>
              <a:off x="14457" y="3864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3" name="椭圆 142"/>
            <p:cNvSpPr/>
            <p:nvPr/>
          </p:nvSpPr>
          <p:spPr>
            <a:xfrm>
              <a:off x="15637" y="3700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4" name="椭圆 143"/>
            <p:cNvSpPr/>
            <p:nvPr/>
          </p:nvSpPr>
          <p:spPr>
            <a:xfrm>
              <a:off x="15427" y="3838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5" name="椭圆 144"/>
            <p:cNvSpPr/>
            <p:nvPr/>
          </p:nvSpPr>
          <p:spPr>
            <a:xfrm>
              <a:off x="15756" y="3957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6" name="椭圆 145"/>
            <p:cNvSpPr/>
            <p:nvPr/>
          </p:nvSpPr>
          <p:spPr>
            <a:xfrm>
              <a:off x="16012" y="3429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7" name="椭圆 146"/>
            <p:cNvSpPr/>
            <p:nvPr/>
          </p:nvSpPr>
          <p:spPr>
            <a:xfrm>
              <a:off x="15427" y="4015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8" name="椭圆 147"/>
            <p:cNvSpPr/>
            <p:nvPr/>
          </p:nvSpPr>
          <p:spPr>
            <a:xfrm>
              <a:off x="16250" y="4076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9" name="椭圆 148"/>
            <p:cNvSpPr/>
            <p:nvPr/>
          </p:nvSpPr>
          <p:spPr>
            <a:xfrm>
              <a:off x="16331" y="3968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0" name="椭圆 149"/>
            <p:cNvSpPr/>
            <p:nvPr/>
          </p:nvSpPr>
          <p:spPr>
            <a:xfrm>
              <a:off x="15875" y="4311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1" name="椭圆 150"/>
            <p:cNvSpPr/>
            <p:nvPr/>
          </p:nvSpPr>
          <p:spPr>
            <a:xfrm>
              <a:off x="16012" y="3957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2" name="椭圆 151"/>
            <p:cNvSpPr/>
            <p:nvPr/>
          </p:nvSpPr>
          <p:spPr>
            <a:xfrm>
              <a:off x="16131" y="4192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3" name="椭圆 152"/>
            <p:cNvSpPr/>
            <p:nvPr/>
          </p:nvSpPr>
          <p:spPr>
            <a:xfrm>
              <a:off x="16369" y="4134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4" name="椭圆 153"/>
            <p:cNvSpPr/>
            <p:nvPr/>
          </p:nvSpPr>
          <p:spPr>
            <a:xfrm>
              <a:off x="16250" y="4253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5" name="椭圆 154"/>
            <p:cNvSpPr/>
            <p:nvPr/>
          </p:nvSpPr>
          <p:spPr>
            <a:xfrm>
              <a:off x="16331" y="3968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6" name="椭圆 155"/>
            <p:cNvSpPr/>
            <p:nvPr/>
          </p:nvSpPr>
          <p:spPr>
            <a:xfrm>
              <a:off x="15756" y="3429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7" name="椭圆 156"/>
            <p:cNvSpPr/>
            <p:nvPr/>
          </p:nvSpPr>
          <p:spPr>
            <a:xfrm>
              <a:off x="15308" y="3377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8" name="椭圆 157"/>
            <p:cNvSpPr/>
            <p:nvPr/>
          </p:nvSpPr>
          <p:spPr>
            <a:xfrm>
              <a:off x="14311" y="2358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9" name="椭圆 158"/>
            <p:cNvSpPr/>
            <p:nvPr/>
          </p:nvSpPr>
          <p:spPr>
            <a:xfrm>
              <a:off x="14111" y="2677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0" name="椭圆 159"/>
            <p:cNvSpPr/>
            <p:nvPr/>
          </p:nvSpPr>
          <p:spPr>
            <a:xfrm>
              <a:off x="14604" y="2212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1" name="椭圆 160"/>
            <p:cNvSpPr/>
            <p:nvPr/>
          </p:nvSpPr>
          <p:spPr>
            <a:xfrm>
              <a:off x="14604" y="2578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2" name="椭圆 161"/>
            <p:cNvSpPr/>
            <p:nvPr/>
          </p:nvSpPr>
          <p:spPr>
            <a:xfrm>
              <a:off x="14311" y="2358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3" name="椭圆 162"/>
            <p:cNvSpPr/>
            <p:nvPr/>
          </p:nvSpPr>
          <p:spPr>
            <a:xfrm>
              <a:off x="14366" y="1999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4" name="椭圆 163"/>
            <p:cNvSpPr/>
            <p:nvPr/>
          </p:nvSpPr>
          <p:spPr>
            <a:xfrm>
              <a:off x="15226" y="2318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5" name="椭圆 164"/>
            <p:cNvSpPr/>
            <p:nvPr/>
          </p:nvSpPr>
          <p:spPr>
            <a:xfrm>
              <a:off x="14911" y="2307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6" name="椭圆 165"/>
            <p:cNvSpPr/>
            <p:nvPr/>
          </p:nvSpPr>
          <p:spPr>
            <a:xfrm>
              <a:off x="15426" y="1999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7" name="椭圆 166"/>
            <p:cNvSpPr/>
            <p:nvPr/>
          </p:nvSpPr>
          <p:spPr>
            <a:xfrm>
              <a:off x="15030" y="2509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8" name="椭圆 167"/>
            <p:cNvSpPr/>
            <p:nvPr/>
          </p:nvSpPr>
          <p:spPr>
            <a:xfrm>
              <a:off x="14723" y="2188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9" name="椭圆 168"/>
            <p:cNvSpPr/>
            <p:nvPr/>
          </p:nvSpPr>
          <p:spPr>
            <a:xfrm>
              <a:off x="15226" y="2318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0" name="椭圆 169"/>
            <p:cNvSpPr/>
            <p:nvPr/>
          </p:nvSpPr>
          <p:spPr>
            <a:xfrm>
              <a:off x="14723" y="2039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1" name="椭圆 170"/>
            <p:cNvSpPr/>
            <p:nvPr/>
          </p:nvSpPr>
          <p:spPr>
            <a:xfrm>
              <a:off x="14378" y="2509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2" name="椭圆 171"/>
            <p:cNvSpPr/>
            <p:nvPr/>
          </p:nvSpPr>
          <p:spPr>
            <a:xfrm>
              <a:off x="14723" y="2390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3" name="椭圆 172"/>
            <p:cNvSpPr/>
            <p:nvPr/>
          </p:nvSpPr>
          <p:spPr>
            <a:xfrm>
              <a:off x="14842" y="2590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4" name="椭圆 173"/>
            <p:cNvSpPr/>
            <p:nvPr/>
          </p:nvSpPr>
          <p:spPr>
            <a:xfrm>
              <a:off x="14366" y="2651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5" name="椭圆 174"/>
            <p:cNvSpPr/>
            <p:nvPr/>
          </p:nvSpPr>
          <p:spPr>
            <a:xfrm>
              <a:off x="14604" y="2882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6" name="椭圆 175"/>
            <p:cNvSpPr/>
            <p:nvPr/>
          </p:nvSpPr>
          <p:spPr>
            <a:xfrm>
              <a:off x="14311" y="2358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7" name="椭圆 176"/>
            <p:cNvSpPr/>
            <p:nvPr/>
          </p:nvSpPr>
          <p:spPr>
            <a:xfrm>
              <a:off x="14111" y="2677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8" name="椭圆 177"/>
            <p:cNvSpPr/>
            <p:nvPr/>
          </p:nvSpPr>
          <p:spPr>
            <a:xfrm>
              <a:off x="14604" y="2212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9" name="椭圆 178"/>
            <p:cNvSpPr/>
            <p:nvPr/>
          </p:nvSpPr>
          <p:spPr>
            <a:xfrm>
              <a:off x="14604" y="2578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0" name="椭圆 179"/>
            <p:cNvSpPr/>
            <p:nvPr/>
          </p:nvSpPr>
          <p:spPr>
            <a:xfrm>
              <a:off x="14311" y="2358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1" name="椭圆 180"/>
            <p:cNvSpPr/>
            <p:nvPr/>
          </p:nvSpPr>
          <p:spPr>
            <a:xfrm>
              <a:off x="14366" y="1999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2" name="椭圆 181"/>
            <p:cNvSpPr/>
            <p:nvPr/>
          </p:nvSpPr>
          <p:spPr>
            <a:xfrm>
              <a:off x="15226" y="2318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3" name="椭圆 182"/>
            <p:cNvSpPr/>
            <p:nvPr/>
          </p:nvSpPr>
          <p:spPr>
            <a:xfrm>
              <a:off x="14911" y="2307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4" name="椭圆 183"/>
            <p:cNvSpPr/>
            <p:nvPr/>
          </p:nvSpPr>
          <p:spPr>
            <a:xfrm>
              <a:off x="15426" y="1999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5" name="椭圆 184"/>
            <p:cNvSpPr/>
            <p:nvPr/>
          </p:nvSpPr>
          <p:spPr>
            <a:xfrm>
              <a:off x="15030" y="2509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6" name="椭圆 185"/>
            <p:cNvSpPr/>
            <p:nvPr/>
          </p:nvSpPr>
          <p:spPr>
            <a:xfrm>
              <a:off x="14723" y="2188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7" name="椭圆 186"/>
            <p:cNvSpPr/>
            <p:nvPr/>
          </p:nvSpPr>
          <p:spPr>
            <a:xfrm>
              <a:off x="15226" y="2318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8" name="椭圆 187"/>
            <p:cNvSpPr/>
            <p:nvPr/>
          </p:nvSpPr>
          <p:spPr>
            <a:xfrm>
              <a:off x="14723" y="2039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9" name="椭圆 188"/>
            <p:cNvSpPr/>
            <p:nvPr/>
          </p:nvSpPr>
          <p:spPr>
            <a:xfrm>
              <a:off x="14378" y="2509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0" name="椭圆 189"/>
            <p:cNvSpPr/>
            <p:nvPr/>
          </p:nvSpPr>
          <p:spPr>
            <a:xfrm>
              <a:off x="14723" y="2390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1" name="椭圆 190"/>
            <p:cNvSpPr/>
            <p:nvPr/>
          </p:nvSpPr>
          <p:spPr>
            <a:xfrm>
              <a:off x="14842" y="2590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2" name="椭圆 191"/>
            <p:cNvSpPr/>
            <p:nvPr/>
          </p:nvSpPr>
          <p:spPr>
            <a:xfrm>
              <a:off x="14366" y="2651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3" name="椭圆 192"/>
            <p:cNvSpPr/>
            <p:nvPr/>
          </p:nvSpPr>
          <p:spPr>
            <a:xfrm>
              <a:off x="14604" y="2882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4" name="椭圆 193"/>
            <p:cNvSpPr/>
            <p:nvPr/>
          </p:nvSpPr>
          <p:spPr>
            <a:xfrm>
              <a:off x="15693" y="3428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5" name="椭圆 194"/>
            <p:cNvSpPr/>
            <p:nvPr/>
          </p:nvSpPr>
          <p:spPr>
            <a:xfrm>
              <a:off x="15483" y="3566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6" name="椭圆 195"/>
            <p:cNvSpPr/>
            <p:nvPr/>
          </p:nvSpPr>
          <p:spPr>
            <a:xfrm>
              <a:off x="15812" y="3685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7" name="椭圆 196"/>
            <p:cNvSpPr/>
            <p:nvPr/>
          </p:nvSpPr>
          <p:spPr>
            <a:xfrm>
              <a:off x="16068" y="3157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8" name="椭圆 197"/>
            <p:cNvSpPr/>
            <p:nvPr/>
          </p:nvSpPr>
          <p:spPr>
            <a:xfrm>
              <a:off x="15483" y="3743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9" name="椭圆 198"/>
            <p:cNvSpPr/>
            <p:nvPr/>
          </p:nvSpPr>
          <p:spPr>
            <a:xfrm>
              <a:off x="16306" y="3804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0" name="椭圆 199"/>
            <p:cNvSpPr/>
            <p:nvPr/>
          </p:nvSpPr>
          <p:spPr>
            <a:xfrm>
              <a:off x="16387" y="3696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1" name="椭圆 200"/>
            <p:cNvSpPr/>
            <p:nvPr/>
          </p:nvSpPr>
          <p:spPr>
            <a:xfrm>
              <a:off x="15931" y="4039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2" name="椭圆 201"/>
            <p:cNvSpPr/>
            <p:nvPr/>
          </p:nvSpPr>
          <p:spPr>
            <a:xfrm>
              <a:off x="16068" y="3685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3" name="椭圆 202"/>
            <p:cNvSpPr/>
            <p:nvPr/>
          </p:nvSpPr>
          <p:spPr>
            <a:xfrm>
              <a:off x="16187" y="3920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4" name="椭圆 203"/>
            <p:cNvSpPr/>
            <p:nvPr/>
          </p:nvSpPr>
          <p:spPr>
            <a:xfrm>
              <a:off x="16425" y="3862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5" name="椭圆 204"/>
            <p:cNvSpPr/>
            <p:nvPr/>
          </p:nvSpPr>
          <p:spPr>
            <a:xfrm>
              <a:off x="16306" y="3981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6" name="椭圆 205"/>
            <p:cNvSpPr/>
            <p:nvPr/>
          </p:nvSpPr>
          <p:spPr>
            <a:xfrm>
              <a:off x="16387" y="3696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7" name="椭圆 206"/>
            <p:cNvSpPr/>
            <p:nvPr/>
          </p:nvSpPr>
          <p:spPr>
            <a:xfrm>
              <a:off x="15812" y="3157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8" name="椭圆 207"/>
            <p:cNvSpPr/>
            <p:nvPr/>
          </p:nvSpPr>
          <p:spPr>
            <a:xfrm>
              <a:off x="15364" y="3105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9" name="椭圆 208"/>
            <p:cNvSpPr/>
            <p:nvPr/>
          </p:nvSpPr>
          <p:spPr>
            <a:xfrm>
              <a:off x="15693" y="3428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0" name="椭圆 209"/>
            <p:cNvSpPr/>
            <p:nvPr/>
          </p:nvSpPr>
          <p:spPr>
            <a:xfrm>
              <a:off x="15483" y="3566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1" name="椭圆 210"/>
            <p:cNvSpPr/>
            <p:nvPr/>
          </p:nvSpPr>
          <p:spPr>
            <a:xfrm>
              <a:off x="15812" y="3685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2" name="椭圆 211"/>
            <p:cNvSpPr/>
            <p:nvPr/>
          </p:nvSpPr>
          <p:spPr>
            <a:xfrm>
              <a:off x="16068" y="3157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3" name="椭圆 212"/>
            <p:cNvSpPr/>
            <p:nvPr/>
          </p:nvSpPr>
          <p:spPr>
            <a:xfrm>
              <a:off x="15483" y="3743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4" name="椭圆 213"/>
            <p:cNvSpPr/>
            <p:nvPr/>
          </p:nvSpPr>
          <p:spPr>
            <a:xfrm>
              <a:off x="16306" y="3804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5" name="椭圆 214"/>
            <p:cNvSpPr/>
            <p:nvPr/>
          </p:nvSpPr>
          <p:spPr>
            <a:xfrm>
              <a:off x="16387" y="3696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6" name="椭圆 215"/>
            <p:cNvSpPr/>
            <p:nvPr/>
          </p:nvSpPr>
          <p:spPr>
            <a:xfrm>
              <a:off x="16068" y="3685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7" name="椭圆 216"/>
            <p:cNvSpPr/>
            <p:nvPr/>
          </p:nvSpPr>
          <p:spPr>
            <a:xfrm>
              <a:off x="16187" y="3920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8" name="椭圆 217"/>
            <p:cNvSpPr/>
            <p:nvPr/>
          </p:nvSpPr>
          <p:spPr>
            <a:xfrm>
              <a:off x="16425" y="3862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9" name="椭圆 218"/>
            <p:cNvSpPr/>
            <p:nvPr/>
          </p:nvSpPr>
          <p:spPr>
            <a:xfrm>
              <a:off x="16306" y="3981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0" name="椭圆 219"/>
            <p:cNvSpPr/>
            <p:nvPr/>
          </p:nvSpPr>
          <p:spPr>
            <a:xfrm>
              <a:off x="16387" y="3696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1" name="椭圆 220"/>
            <p:cNvSpPr/>
            <p:nvPr/>
          </p:nvSpPr>
          <p:spPr>
            <a:xfrm>
              <a:off x="15812" y="3157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2" name="椭圆 221"/>
            <p:cNvSpPr/>
            <p:nvPr/>
          </p:nvSpPr>
          <p:spPr>
            <a:xfrm>
              <a:off x="15364" y="3105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3" name="椭圆 222"/>
            <p:cNvSpPr/>
            <p:nvPr/>
          </p:nvSpPr>
          <p:spPr>
            <a:xfrm>
              <a:off x="14076" y="4515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4" name="椭圆 223"/>
            <p:cNvSpPr/>
            <p:nvPr/>
          </p:nvSpPr>
          <p:spPr>
            <a:xfrm>
              <a:off x="14076" y="4515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5" name="椭圆 224"/>
            <p:cNvSpPr/>
            <p:nvPr/>
          </p:nvSpPr>
          <p:spPr>
            <a:xfrm>
              <a:off x="14183" y="3929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6" name="椭圆 225"/>
            <p:cNvSpPr/>
            <p:nvPr/>
          </p:nvSpPr>
          <p:spPr>
            <a:xfrm>
              <a:off x="14395" y="4434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7" name="椭圆 226"/>
            <p:cNvSpPr/>
            <p:nvPr/>
          </p:nvSpPr>
          <p:spPr>
            <a:xfrm>
              <a:off x="14876" y="4425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8" name="椭圆 227"/>
            <p:cNvSpPr/>
            <p:nvPr/>
          </p:nvSpPr>
          <p:spPr>
            <a:xfrm>
              <a:off x="14876" y="4425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9" name="椭圆 228"/>
            <p:cNvSpPr/>
            <p:nvPr/>
          </p:nvSpPr>
          <p:spPr>
            <a:xfrm>
              <a:off x="14114" y="4350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0" name="椭圆 229"/>
            <p:cNvSpPr/>
            <p:nvPr/>
          </p:nvSpPr>
          <p:spPr>
            <a:xfrm>
              <a:off x="13995" y="4306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1" name="椭圆 230"/>
            <p:cNvSpPr/>
            <p:nvPr/>
          </p:nvSpPr>
          <p:spPr>
            <a:xfrm>
              <a:off x="14876" y="3695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2" name="椭圆 231"/>
            <p:cNvSpPr/>
            <p:nvPr/>
          </p:nvSpPr>
          <p:spPr>
            <a:xfrm>
              <a:off x="14183" y="3469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3" name="椭圆 232"/>
            <p:cNvSpPr/>
            <p:nvPr/>
          </p:nvSpPr>
          <p:spPr>
            <a:xfrm>
              <a:off x="13957" y="4469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4" name="椭圆 233"/>
            <p:cNvSpPr/>
            <p:nvPr/>
          </p:nvSpPr>
          <p:spPr>
            <a:xfrm>
              <a:off x="14114" y="3752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5" name="椭圆 234"/>
            <p:cNvSpPr/>
            <p:nvPr/>
          </p:nvSpPr>
          <p:spPr>
            <a:xfrm>
              <a:off x="13957" y="3906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6" name="椭圆 235"/>
            <p:cNvSpPr/>
            <p:nvPr/>
          </p:nvSpPr>
          <p:spPr>
            <a:xfrm>
              <a:off x="14557" y="3810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7" name="椭圆 236"/>
            <p:cNvSpPr/>
            <p:nvPr/>
          </p:nvSpPr>
          <p:spPr>
            <a:xfrm>
              <a:off x="14395" y="3576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8" name="椭圆 237"/>
            <p:cNvSpPr/>
            <p:nvPr/>
          </p:nvSpPr>
          <p:spPr>
            <a:xfrm>
              <a:off x="14114" y="4140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9" name="椭圆 238"/>
            <p:cNvSpPr/>
            <p:nvPr/>
          </p:nvSpPr>
          <p:spPr>
            <a:xfrm>
              <a:off x="14642" y="3989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0" name="椭圆 239"/>
            <p:cNvSpPr/>
            <p:nvPr/>
          </p:nvSpPr>
          <p:spPr>
            <a:xfrm>
              <a:off x="14183" y="3929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1" name="椭圆 240"/>
            <p:cNvSpPr/>
            <p:nvPr/>
          </p:nvSpPr>
          <p:spPr>
            <a:xfrm>
              <a:off x="14395" y="4434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2" name="椭圆 241"/>
            <p:cNvSpPr/>
            <p:nvPr/>
          </p:nvSpPr>
          <p:spPr>
            <a:xfrm>
              <a:off x="14114" y="4350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3" name="椭圆 242"/>
            <p:cNvSpPr/>
            <p:nvPr/>
          </p:nvSpPr>
          <p:spPr>
            <a:xfrm>
              <a:off x="13995" y="4306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4" name="椭圆 243"/>
            <p:cNvSpPr/>
            <p:nvPr/>
          </p:nvSpPr>
          <p:spPr>
            <a:xfrm>
              <a:off x="14183" y="3469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5" name="椭圆 244"/>
            <p:cNvSpPr/>
            <p:nvPr/>
          </p:nvSpPr>
          <p:spPr>
            <a:xfrm>
              <a:off x="14114" y="3752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6" name="椭圆 245"/>
            <p:cNvSpPr/>
            <p:nvPr/>
          </p:nvSpPr>
          <p:spPr>
            <a:xfrm>
              <a:off x="13957" y="3906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7" name="椭圆 246"/>
            <p:cNvSpPr/>
            <p:nvPr/>
          </p:nvSpPr>
          <p:spPr>
            <a:xfrm>
              <a:off x="14395" y="3576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8" name="椭圆 247"/>
            <p:cNvSpPr/>
            <p:nvPr/>
          </p:nvSpPr>
          <p:spPr>
            <a:xfrm>
              <a:off x="14114" y="4140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9" name="椭圆 248"/>
            <p:cNvSpPr/>
            <p:nvPr/>
          </p:nvSpPr>
          <p:spPr>
            <a:xfrm>
              <a:off x="13782" y="4152"/>
              <a:ext cx="184" cy="184"/>
            </a:xfrm>
            <a:prstGeom prst="ellipse">
              <a:avLst/>
            </a:prstGeom>
            <a:noFill/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0" name="椭圆 249"/>
            <p:cNvSpPr/>
            <p:nvPr/>
          </p:nvSpPr>
          <p:spPr>
            <a:xfrm>
              <a:off x="15727" y="3923"/>
              <a:ext cx="184" cy="184"/>
            </a:xfrm>
            <a:prstGeom prst="ellipse">
              <a:avLst/>
            </a:prstGeom>
            <a:noFill/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1" name="椭圆 250"/>
            <p:cNvSpPr/>
            <p:nvPr/>
          </p:nvSpPr>
          <p:spPr>
            <a:xfrm>
              <a:off x="14414" y="2161"/>
              <a:ext cx="184" cy="184"/>
            </a:xfrm>
            <a:prstGeom prst="ellipse">
              <a:avLst/>
            </a:prstGeom>
            <a:noFill/>
            <a:ln w="158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53" name="矩形 252"/>
          <p:cNvSpPr/>
          <p:nvPr/>
        </p:nvSpPr>
        <p:spPr>
          <a:xfrm>
            <a:off x="3498111" y="1879790"/>
            <a:ext cx="1520825" cy="969010"/>
          </a:xfrm>
          <a:prstGeom prst="rect">
            <a:avLst/>
          </a:prstGeom>
          <a:noFill/>
          <a:ln w="158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Retrieve Demos</a:t>
            </a:r>
            <a:endParaRPr lang="en-US" altLang="zh-CN" sz="140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&amp;</a:t>
            </a:r>
            <a:b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</a:br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Embed in Text Template</a:t>
            </a:r>
            <a:endParaRPr lang="en-US" altLang="zh-CN" sz="140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pSp>
        <p:nvGrpSpPr>
          <p:cNvPr id="268" name="组合 267"/>
          <p:cNvGrpSpPr/>
          <p:nvPr>
            <p:custDataLst>
              <p:tags r:id="rId2"/>
            </p:custDataLst>
          </p:nvPr>
        </p:nvGrpSpPr>
        <p:grpSpPr>
          <a:xfrm>
            <a:off x="169545" y="1864995"/>
            <a:ext cx="2265045" cy="2938145"/>
            <a:chOff x="8653" y="4952"/>
            <a:chExt cx="3567" cy="4628"/>
          </a:xfrm>
        </p:grpSpPr>
        <p:sp>
          <p:nvSpPr>
            <p:cNvPr id="255" name="矩形 254"/>
            <p:cNvSpPr/>
            <p:nvPr/>
          </p:nvSpPr>
          <p:spPr>
            <a:xfrm>
              <a:off x="8720" y="5390"/>
              <a:ext cx="3480" cy="419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6" name="文本框 255"/>
            <p:cNvSpPr txBox="1"/>
            <p:nvPr/>
          </p:nvSpPr>
          <p:spPr>
            <a:xfrm>
              <a:off x="8653" y="4952"/>
              <a:ext cx="159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>
                  <a:latin typeface="Times New Roman" panose="02020603050405020304" charset="0"/>
                  <a:cs typeface="Times New Roman" panose="02020603050405020304" charset="0"/>
                </a:rPr>
                <a:t>Prompt</a:t>
              </a:r>
              <a:endParaRPr lang="en-US" altLang="zh-CN" sz="1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57" name="文本框 256"/>
            <p:cNvSpPr txBox="1"/>
            <p:nvPr>
              <p:custDataLst>
                <p:tags r:id="rId3"/>
              </p:custDataLst>
            </p:nvPr>
          </p:nvSpPr>
          <p:spPr>
            <a:xfrm>
              <a:off x="8880" y="5875"/>
              <a:ext cx="332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 b="1">
                  <a:solidFill>
                    <a:srgbClr val="FDB462"/>
                  </a:solidFill>
                  <a:latin typeface="Times New Roman" panose="02020603050405020304" charset="0"/>
                  <a:cs typeface="Times New Roman" panose="02020603050405020304" charset="0"/>
                </a:rPr>
                <a:t>Demo1: [1.2, 3.10, 32, 0.19, 0.56]</a:t>
              </a:r>
              <a:endParaRPr lang="en-US" altLang="zh-CN" sz="1000" b="1">
                <a:solidFill>
                  <a:srgbClr val="FDB462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1000" b="1">
                  <a:solidFill>
                    <a:srgbClr val="FDB462"/>
                  </a:solidFill>
                  <a:latin typeface="Times New Roman" panose="02020603050405020304" charset="0"/>
                  <a:cs typeface="Times New Roman" panose="02020603050405020304" charset="0"/>
                </a:rPr>
                <a:t>Label: ‘category1’</a:t>
              </a:r>
              <a:endParaRPr lang="en-US" altLang="zh-CN" sz="1000" b="1">
                <a:solidFill>
                  <a:srgbClr val="FDB462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58" name="文本框 257"/>
            <p:cNvSpPr txBox="1"/>
            <p:nvPr>
              <p:custDataLst>
                <p:tags r:id="rId4"/>
              </p:custDataLst>
            </p:nvPr>
          </p:nvSpPr>
          <p:spPr>
            <a:xfrm>
              <a:off x="8872" y="7032"/>
              <a:ext cx="3320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 b="1">
                  <a:solidFill>
                    <a:srgbClr val="FB7F72"/>
                  </a:solidFill>
                  <a:latin typeface="Times New Roman" panose="02020603050405020304" charset="0"/>
                  <a:cs typeface="Times New Roman" panose="02020603050405020304" charset="0"/>
                </a:rPr>
                <a:t>Demo3: [5.2, 0.12, 91, 0.39, 0.51]</a:t>
              </a:r>
              <a:endParaRPr lang="en-US" altLang="zh-CN" sz="1000" b="1">
                <a:solidFill>
                  <a:srgbClr val="FB7F72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1000" b="1">
                  <a:solidFill>
                    <a:srgbClr val="FB7F72"/>
                  </a:solidFill>
                  <a:latin typeface="Times New Roman" panose="02020603050405020304" charset="0"/>
                  <a:cs typeface="Times New Roman" panose="02020603050405020304" charset="0"/>
                </a:rPr>
                <a:t>Label: ‘</a:t>
              </a:r>
              <a:r>
                <a:rPr lang="en-US" altLang="zh-CN" sz="1000" b="1">
                  <a:solidFill>
                    <a:srgbClr val="FB7F72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category3</a:t>
              </a:r>
              <a:r>
                <a:rPr lang="en-US" altLang="zh-CN" sz="1000" b="1">
                  <a:solidFill>
                    <a:srgbClr val="FB7F72"/>
                  </a:solidFill>
                  <a:latin typeface="Times New Roman" panose="02020603050405020304" charset="0"/>
                  <a:cs typeface="Times New Roman" panose="02020603050405020304" charset="0"/>
                </a:rPr>
                <a:t>’</a:t>
              </a:r>
              <a:endParaRPr lang="en-US" altLang="zh-CN" sz="1000" b="1">
                <a:solidFill>
                  <a:srgbClr val="FB7F72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...</a:t>
              </a:r>
              <a:endParaRPr lang="en-US" altLang="zh-CN" sz="1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59" name="文本框 258"/>
            <p:cNvSpPr txBox="1"/>
            <p:nvPr/>
          </p:nvSpPr>
          <p:spPr>
            <a:xfrm>
              <a:off x="8900" y="7967"/>
              <a:ext cx="3320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Test1: [9.2, 6.10, 12, 4.19, 6.86]</a:t>
              </a:r>
              <a:endParaRPr lang="en-US" altLang="zh-CN" sz="1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60" name="文本框 259"/>
            <p:cNvSpPr txBox="1"/>
            <p:nvPr/>
          </p:nvSpPr>
          <p:spPr>
            <a:xfrm>
              <a:off x="8888" y="8329"/>
              <a:ext cx="332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Test2: [9.2, 1.23, 12, 3.19, 3.57]</a:t>
              </a:r>
              <a:endParaRPr lang="en-US" altLang="zh-CN" sz="1000"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...</a:t>
              </a:r>
              <a:endParaRPr lang="en-US" altLang="zh-CN" sz="1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61" name="文本框 260"/>
            <p:cNvSpPr txBox="1"/>
            <p:nvPr/>
          </p:nvSpPr>
          <p:spPr>
            <a:xfrm>
              <a:off x="8928" y="8830"/>
              <a:ext cx="302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Predict labels of all test samples and return in a json list. </a:t>
              </a:r>
              <a:endParaRPr lang="en-US" altLang="zh-CN" sz="1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62" name="文本框 261"/>
            <p:cNvSpPr txBox="1"/>
            <p:nvPr>
              <p:custDataLst>
                <p:tags r:id="rId5"/>
              </p:custDataLst>
            </p:nvPr>
          </p:nvSpPr>
          <p:spPr>
            <a:xfrm>
              <a:off x="8883" y="5445"/>
              <a:ext cx="3020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Following are feature vectors of ...</a:t>
              </a:r>
              <a:endParaRPr lang="en-US" altLang="zh-CN" sz="1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63" name="文本框 262"/>
            <p:cNvSpPr txBox="1"/>
            <p:nvPr>
              <p:custDataLst>
                <p:tags r:id="rId6"/>
              </p:custDataLst>
            </p:nvPr>
          </p:nvSpPr>
          <p:spPr>
            <a:xfrm>
              <a:off x="8872" y="6445"/>
              <a:ext cx="332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 b="1">
                  <a:solidFill>
                    <a:srgbClr val="7FB1D3"/>
                  </a:solidFill>
                  <a:latin typeface="Times New Roman" panose="02020603050405020304" charset="0"/>
                  <a:cs typeface="Times New Roman" panose="02020603050405020304" charset="0"/>
                </a:rPr>
                <a:t>Demo2: [3.8, 1.10, 97, 1.19, 4.01]</a:t>
              </a:r>
              <a:endParaRPr lang="en-US" altLang="zh-CN" sz="1000" b="1">
                <a:solidFill>
                  <a:srgbClr val="7FB1D3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1000" b="1">
                  <a:solidFill>
                    <a:srgbClr val="7FB1D3"/>
                  </a:solidFill>
                  <a:latin typeface="Times New Roman" panose="02020603050405020304" charset="0"/>
                  <a:cs typeface="Times New Roman" panose="02020603050405020304" charset="0"/>
                </a:rPr>
                <a:t>Label: ‘</a:t>
              </a:r>
              <a:r>
                <a:rPr lang="en-US" altLang="zh-CN" sz="1000" b="1">
                  <a:solidFill>
                    <a:srgbClr val="7FB1D3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category2’</a:t>
              </a:r>
              <a:endParaRPr lang="en-US" altLang="zh-CN" sz="1000" b="1">
                <a:solidFill>
                  <a:srgbClr val="7FB1D3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</p:grpSp>
      <p:sp>
        <p:nvSpPr>
          <p:cNvPr id="273" name="矩形 272"/>
          <p:cNvSpPr/>
          <p:nvPr/>
        </p:nvSpPr>
        <p:spPr>
          <a:xfrm>
            <a:off x="7855585" y="1579880"/>
            <a:ext cx="1071245" cy="4318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Active Select</a:t>
            </a:r>
            <a:endParaRPr lang="en-US" altLang="zh-CN" sz="140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pSp>
        <p:nvGrpSpPr>
          <p:cNvPr id="297" name="组合 296"/>
          <p:cNvGrpSpPr/>
          <p:nvPr/>
        </p:nvGrpSpPr>
        <p:grpSpPr>
          <a:xfrm>
            <a:off x="3498111" y="3437445"/>
            <a:ext cx="1520825" cy="1365885"/>
            <a:chOff x="7818" y="3772"/>
            <a:chExt cx="2395" cy="2151"/>
          </a:xfrm>
        </p:grpSpPr>
        <p:sp>
          <p:nvSpPr>
            <p:cNvPr id="291" name="矩形 290"/>
            <p:cNvSpPr/>
            <p:nvPr/>
          </p:nvSpPr>
          <p:spPr>
            <a:xfrm>
              <a:off x="7818" y="3772"/>
              <a:ext cx="2395" cy="2151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14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pic>
          <p:nvPicPr>
            <p:cNvPr id="293" name="图片 292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9169" y="4910"/>
              <a:ext cx="897" cy="897"/>
            </a:xfrm>
            <a:prstGeom prst="rect">
              <a:avLst/>
            </a:prstGeom>
          </p:spPr>
        </p:pic>
        <p:pic>
          <p:nvPicPr>
            <p:cNvPr id="294" name="图片 293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7929" y="3802"/>
              <a:ext cx="1078" cy="1078"/>
            </a:xfrm>
            <a:prstGeom prst="rect">
              <a:avLst/>
            </a:prstGeom>
          </p:spPr>
        </p:pic>
        <p:pic>
          <p:nvPicPr>
            <p:cNvPr id="295" name="图片 294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7899" y="4724"/>
              <a:ext cx="1174" cy="1174"/>
            </a:xfrm>
            <a:prstGeom prst="rect">
              <a:avLst/>
            </a:prstGeom>
          </p:spPr>
        </p:pic>
        <p:pic>
          <p:nvPicPr>
            <p:cNvPr id="296" name="图片 295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9154" y="3934"/>
              <a:ext cx="964" cy="684"/>
            </a:xfrm>
            <a:prstGeom prst="rect">
              <a:avLst/>
            </a:prstGeom>
          </p:spPr>
        </p:pic>
      </p:grpSp>
      <p:sp>
        <p:nvSpPr>
          <p:cNvPr id="298" name="文本框 297"/>
          <p:cNvSpPr txBox="1"/>
          <p:nvPr/>
        </p:nvSpPr>
        <p:spPr>
          <a:xfrm>
            <a:off x="2513330" y="3618865"/>
            <a:ext cx="855980" cy="521970"/>
          </a:xfrm>
          <a:prstGeom prst="rect">
            <a:avLst/>
          </a:prstGeom>
          <a:noFill/>
          <a:ln w="15875" cmpd="sng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Input  to LLMs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0" name="矩形 299"/>
          <p:cNvSpPr/>
          <p:nvPr/>
        </p:nvSpPr>
        <p:spPr>
          <a:xfrm>
            <a:off x="8975090" y="406400"/>
            <a:ext cx="3004185" cy="4401185"/>
          </a:xfrm>
          <a:prstGeom prst="rect">
            <a:avLst/>
          </a:prstGeom>
          <a:noFill/>
          <a:ln w="15875"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17" name="组合 316"/>
          <p:cNvGrpSpPr/>
          <p:nvPr/>
        </p:nvGrpSpPr>
        <p:grpSpPr>
          <a:xfrm>
            <a:off x="9094366" y="2006155"/>
            <a:ext cx="862330" cy="862330"/>
            <a:chOff x="14828" y="2284"/>
            <a:chExt cx="1358" cy="1358"/>
          </a:xfrm>
        </p:grpSpPr>
        <p:sp>
          <p:nvSpPr>
            <p:cNvPr id="302" name="椭圆 301"/>
            <p:cNvSpPr/>
            <p:nvPr/>
          </p:nvSpPr>
          <p:spPr>
            <a:xfrm>
              <a:off x="15415" y="2881"/>
              <a:ext cx="160" cy="160"/>
            </a:xfrm>
            <a:prstGeom prst="ellipse">
              <a:avLst/>
            </a:prstGeom>
            <a:solidFill>
              <a:srgbClr val="FB7F72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3" name="椭圆 302"/>
            <p:cNvSpPr/>
            <p:nvPr/>
          </p:nvSpPr>
          <p:spPr>
            <a:xfrm>
              <a:off x="14828" y="2284"/>
              <a:ext cx="1359" cy="1359"/>
            </a:xfrm>
            <a:prstGeom prst="ellipse">
              <a:avLst/>
            </a:prstGeom>
            <a:noFill/>
            <a:ln w="15875" cmpd="sng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4" name="椭圆 303"/>
            <p:cNvSpPr/>
            <p:nvPr/>
          </p:nvSpPr>
          <p:spPr>
            <a:xfrm>
              <a:off x="15686" y="3207"/>
              <a:ext cx="119" cy="119"/>
            </a:xfrm>
            <a:prstGeom prst="ellipse">
              <a:avLst/>
            </a:prstGeom>
            <a:solidFill>
              <a:srgbClr val="8598C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6" name="椭圆 305"/>
            <p:cNvSpPr/>
            <p:nvPr/>
          </p:nvSpPr>
          <p:spPr>
            <a:xfrm>
              <a:off x="15918" y="2762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7" name="椭圆 306"/>
            <p:cNvSpPr/>
            <p:nvPr/>
          </p:nvSpPr>
          <p:spPr>
            <a:xfrm>
              <a:off x="14920" y="2900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8" name="椭圆 307"/>
            <p:cNvSpPr/>
            <p:nvPr/>
          </p:nvSpPr>
          <p:spPr>
            <a:xfrm>
              <a:off x="15324" y="2522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0" name="椭圆 309"/>
            <p:cNvSpPr/>
            <p:nvPr/>
          </p:nvSpPr>
          <p:spPr>
            <a:xfrm>
              <a:off x="15205" y="3355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1" name="椭圆 310"/>
            <p:cNvSpPr/>
            <p:nvPr/>
          </p:nvSpPr>
          <p:spPr>
            <a:xfrm>
              <a:off x="15643" y="2684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2" name="椭圆 311"/>
            <p:cNvSpPr/>
            <p:nvPr/>
          </p:nvSpPr>
          <p:spPr>
            <a:xfrm>
              <a:off x="15724" y="2922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3" name="椭圆 312"/>
            <p:cNvSpPr/>
            <p:nvPr/>
          </p:nvSpPr>
          <p:spPr>
            <a:xfrm>
              <a:off x="15924" y="3122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4" name="椭圆 313"/>
            <p:cNvSpPr/>
            <p:nvPr/>
          </p:nvSpPr>
          <p:spPr>
            <a:xfrm>
              <a:off x="15605" y="2403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5" name="椭圆 314"/>
            <p:cNvSpPr/>
            <p:nvPr/>
          </p:nvSpPr>
          <p:spPr>
            <a:xfrm>
              <a:off x="15086" y="3078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18" name="文本框 317"/>
          <p:cNvSpPr txBox="1"/>
          <p:nvPr/>
        </p:nvSpPr>
        <p:spPr>
          <a:xfrm>
            <a:off x="10130790" y="2007870"/>
            <a:ext cx="1812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2 Calculate the same-label purity score based on the proportion of neighbors sharing the same label.</a:t>
            </a:r>
            <a:endParaRPr lang="en-US" altLang="zh-CN" sz="12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grpSp>
        <p:nvGrpSpPr>
          <p:cNvPr id="319" name="组合 318"/>
          <p:cNvGrpSpPr/>
          <p:nvPr/>
        </p:nvGrpSpPr>
        <p:grpSpPr>
          <a:xfrm>
            <a:off x="9081031" y="918400"/>
            <a:ext cx="862330" cy="862330"/>
            <a:chOff x="14828" y="2284"/>
            <a:chExt cx="1358" cy="1358"/>
          </a:xfrm>
        </p:grpSpPr>
        <p:sp>
          <p:nvSpPr>
            <p:cNvPr id="320" name="椭圆 319"/>
            <p:cNvSpPr/>
            <p:nvPr/>
          </p:nvSpPr>
          <p:spPr>
            <a:xfrm>
              <a:off x="15415" y="2881"/>
              <a:ext cx="160" cy="160"/>
            </a:xfrm>
            <a:prstGeom prst="ellipse">
              <a:avLst/>
            </a:prstGeom>
            <a:solidFill>
              <a:srgbClr val="FB7F72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1" name="椭圆 320"/>
            <p:cNvSpPr/>
            <p:nvPr/>
          </p:nvSpPr>
          <p:spPr>
            <a:xfrm>
              <a:off x="14828" y="2284"/>
              <a:ext cx="1359" cy="1359"/>
            </a:xfrm>
            <a:prstGeom prst="ellipse">
              <a:avLst/>
            </a:prstGeom>
            <a:noFill/>
            <a:ln w="15875" cmpd="sng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2" name="椭圆 321"/>
            <p:cNvSpPr/>
            <p:nvPr/>
          </p:nvSpPr>
          <p:spPr>
            <a:xfrm>
              <a:off x="15686" y="3207"/>
              <a:ext cx="119" cy="1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3" name="椭圆 322"/>
            <p:cNvSpPr/>
            <p:nvPr/>
          </p:nvSpPr>
          <p:spPr>
            <a:xfrm>
              <a:off x="15918" y="2762"/>
              <a:ext cx="119" cy="1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4" name="椭圆 323"/>
            <p:cNvSpPr/>
            <p:nvPr/>
          </p:nvSpPr>
          <p:spPr>
            <a:xfrm>
              <a:off x="14920" y="2900"/>
              <a:ext cx="119" cy="1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5" name="椭圆 324"/>
            <p:cNvSpPr/>
            <p:nvPr/>
          </p:nvSpPr>
          <p:spPr>
            <a:xfrm>
              <a:off x="15324" y="2522"/>
              <a:ext cx="119" cy="1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6" name="椭圆 325"/>
            <p:cNvSpPr/>
            <p:nvPr/>
          </p:nvSpPr>
          <p:spPr>
            <a:xfrm>
              <a:off x="15205" y="3355"/>
              <a:ext cx="119" cy="1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7" name="椭圆 326"/>
            <p:cNvSpPr/>
            <p:nvPr/>
          </p:nvSpPr>
          <p:spPr>
            <a:xfrm>
              <a:off x="15643" y="2684"/>
              <a:ext cx="119" cy="1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8" name="椭圆 327"/>
            <p:cNvSpPr/>
            <p:nvPr/>
          </p:nvSpPr>
          <p:spPr>
            <a:xfrm>
              <a:off x="15724" y="2922"/>
              <a:ext cx="119" cy="1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9" name="椭圆 328"/>
            <p:cNvSpPr/>
            <p:nvPr/>
          </p:nvSpPr>
          <p:spPr>
            <a:xfrm>
              <a:off x="15924" y="3122"/>
              <a:ext cx="119" cy="1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0" name="椭圆 329"/>
            <p:cNvSpPr/>
            <p:nvPr/>
          </p:nvSpPr>
          <p:spPr>
            <a:xfrm>
              <a:off x="15605" y="2403"/>
              <a:ext cx="119" cy="1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1" name="椭圆 330"/>
            <p:cNvSpPr/>
            <p:nvPr/>
          </p:nvSpPr>
          <p:spPr>
            <a:xfrm>
              <a:off x="15086" y="3078"/>
              <a:ext cx="119" cy="11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32" name="文本框 331"/>
          <p:cNvSpPr txBox="1"/>
          <p:nvPr/>
        </p:nvSpPr>
        <p:spPr>
          <a:xfrm>
            <a:off x="10108565" y="1033145"/>
            <a:ext cx="1812290" cy="641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 For each sample in the training set, identify its </a:t>
            </a:r>
            <a:endParaRPr lang="en-US" altLang="zh-CN" sz="12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algn="l"/>
            <a:r>
              <a:rPr lang="zh-CN" altLang="en-US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𝑘</a:t>
            </a:r>
            <a:r>
              <a:rPr lang="en-US" altLang="zh-CN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nearest neighbors.</a:t>
            </a:r>
            <a:endParaRPr lang="en-US" altLang="zh-CN" sz="12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33" name="矩形 332"/>
          <p:cNvSpPr/>
          <p:nvPr/>
        </p:nvSpPr>
        <p:spPr>
          <a:xfrm>
            <a:off x="9027160" y="472440"/>
            <a:ext cx="762000" cy="264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PURE</a:t>
            </a:r>
            <a:endParaRPr lang="en-US" altLang="zh-CN" sz="140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34" name="文本框 333"/>
          <p:cNvSpPr txBox="1"/>
          <p:nvPr/>
        </p:nvSpPr>
        <p:spPr>
          <a:xfrm>
            <a:off x="10149840" y="3255010"/>
            <a:ext cx="1793875" cy="11417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zh-CN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3 Rank all samples according to their purity scores and select the top </a:t>
            </a:r>
            <a:endParaRPr lang="en-US" altLang="zh-CN" sz="12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algn="l"/>
            <a:r>
              <a:rPr lang="zh-CN" altLang="en-US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𝑛</a:t>
            </a:r>
            <a:r>
              <a:rPr lang="en-US" altLang="zh-CN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samples as demonstrations.</a:t>
            </a:r>
            <a:endParaRPr lang="en-US" altLang="zh-CN" sz="12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35" name="矩形 334"/>
          <p:cNvSpPr/>
          <p:nvPr/>
        </p:nvSpPr>
        <p:spPr>
          <a:xfrm>
            <a:off x="9082301" y="3093910"/>
            <a:ext cx="1027430" cy="1543050"/>
          </a:xfrm>
          <a:prstGeom prst="rect">
            <a:avLst/>
          </a:prstGeom>
          <a:noFill/>
          <a:ln w="15875" cmpd="sng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45" name="组合 344"/>
          <p:cNvGrpSpPr/>
          <p:nvPr/>
        </p:nvGrpSpPr>
        <p:grpSpPr>
          <a:xfrm>
            <a:off x="9244861" y="3093910"/>
            <a:ext cx="774065" cy="513080"/>
            <a:chOff x="14557" y="5895"/>
            <a:chExt cx="1219" cy="808"/>
          </a:xfrm>
        </p:grpSpPr>
        <p:sp>
          <p:nvSpPr>
            <p:cNvPr id="336" name="椭圆 335"/>
            <p:cNvSpPr/>
            <p:nvPr/>
          </p:nvSpPr>
          <p:spPr>
            <a:xfrm>
              <a:off x="14557" y="6312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7" name="文本框 336"/>
            <p:cNvSpPr txBox="1"/>
            <p:nvPr/>
          </p:nvSpPr>
          <p:spPr>
            <a:xfrm>
              <a:off x="14557" y="5895"/>
              <a:ext cx="1206" cy="3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Category1</a:t>
              </a:r>
              <a:endParaRPr lang="en-US" altLang="zh-CN" sz="1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38" name="文本框 337"/>
            <p:cNvSpPr txBox="1"/>
            <p:nvPr/>
          </p:nvSpPr>
          <p:spPr>
            <a:xfrm>
              <a:off x="14676" y="6154"/>
              <a:ext cx="1101" cy="3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score:1.0</a:t>
              </a:r>
              <a:endParaRPr lang="en-US" altLang="zh-CN" sz="1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39" name="椭圆 338"/>
            <p:cNvSpPr/>
            <p:nvPr/>
          </p:nvSpPr>
          <p:spPr>
            <a:xfrm>
              <a:off x="14557" y="6511"/>
              <a:ext cx="119" cy="119"/>
            </a:xfrm>
            <a:prstGeom prst="ellipse">
              <a:avLst/>
            </a:prstGeom>
            <a:solidFill>
              <a:srgbClr val="FB7F7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0" name="文本框 339"/>
            <p:cNvSpPr txBox="1"/>
            <p:nvPr/>
          </p:nvSpPr>
          <p:spPr>
            <a:xfrm>
              <a:off x="14676" y="6353"/>
              <a:ext cx="1101" cy="3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score:0.9</a:t>
              </a:r>
              <a:endParaRPr lang="en-US" altLang="zh-CN" sz="1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9228351" y="3587305"/>
            <a:ext cx="774065" cy="513080"/>
            <a:chOff x="14557" y="5895"/>
            <a:chExt cx="1219" cy="808"/>
          </a:xfrm>
        </p:grpSpPr>
        <p:sp>
          <p:nvSpPr>
            <p:cNvPr id="347" name="椭圆 346"/>
            <p:cNvSpPr/>
            <p:nvPr/>
          </p:nvSpPr>
          <p:spPr>
            <a:xfrm>
              <a:off x="14557" y="6312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8" name="文本框 347"/>
            <p:cNvSpPr txBox="1"/>
            <p:nvPr/>
          </p:nvSpPr>
          <p:spPr>
            <a:xfrm>
              <a:off x="14557" y="5895"/>
              <a:ext cx="1206" cy="3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Category2</a:t>
              </a:r>
              <a:endParaRPr lang="en-US" altLang="zh-CN" sz="1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49" name="文本框 348"/>
            <p:cNvSpPr txBox="1"/>
            <p:nvPr/>
          </p:nvSpPr>
          <p:spPr>
            <a:xfrm>
              <a:off x="14676" y="6154"/>
              <a:ext cx="1101" cy="3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score:0.9</a:t>
              </a:r>
              <a:endParaRPr lang="en-US" altLang="zh-CN" sz="1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50" name="椭圆 349"/>
            <p:cNvSpPr/>
            <p:nvPr/>
          </p:nvSpPr>
          <p:spPr>
            <a:xfrm>
              <a:off x="14557" y="6511"/>
              <a:ext cx="119" cy="119"/>
            </a:xfrm>
            <a:prstGeom prst="ellipse">
              <a:avLst/>
            </a:prstGeom>
            <a:solidFill>
              <a:srgbClr val="7FB1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1" name="文本框 350"/>
            <p:cNvSpPr txBox="1"/>
            <p:nvPr/>
          </p:nvSpPr>
          <p:spPr>
            <a:xfrm>
              <a:off x="14676" y="6353"/>
              <a:ext cx="1101" cy="3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score:0.8</a:t>
              </a:r>
              <a:endParaRPr lang="en-US" altLang="zh-CN" sz="1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9236606" y="4076255"/>
            <a:ext cx="774065" cy="513080"/>
            <a:chOff x="14557" y="5895"/>
            <a:chExt cx="1219" cy="808"/>
          </a:xfrm>
        </p:grpSpPr>
        <p:sp>
          <p:nvSpPr>
            <p:cNvPr id="353" name="椭圆 352"/>
            <p:cNvSpPr/>
            <p:nvPr/>
          </p:nvSpPr>
          <p:spPr>
            <a:xfrm>
              <a:off x="14557" y="6312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4" name="文本框 353"/>
            <p:cNvSpPr txBox="1"/>
            <p:nvPr/>
          </p:nvSpPr>
          <p:spPr>
            <a:xfrm>
              <a:off x="14557" y="5895"/>
              <a:ext cx="1206" cy="3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Category3</a:t>
              </a:r>
              <a:endParaRPr lang="en-US" altLang="zh-CN" sz="1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55" name="文本框 354"/>
            <p:cNvSpPr txBox="1"/>
            <p:nvPr/>
          </p:nvSpPr>
          <p:spPr>
            <a:xfrm>
              <a:off x="14676" y="6154"/>
              <a:ext cx="1101" cy="3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score:1.0</a:t>
              </a:r>
              <a:endParaRPr lang="en-US" altLang="zh-CN" sz="1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56" name="椭圆 355"/>
            <p:cNvSpPr/>
            <p:nvPr/>
          </p:nvSpPr>
          <p:spPr>
            <a:xfrm>
              <a:off x="14557" y="6511"/>
              <a:ext cx="119" cy="119"/>
            </a:xfrm>
            <a:prstGeom prst="ellipse">
              <a:avLst/>
            </a:prstGeom>
            <a:solidFill>
              <a:srgbClr val="FDB46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7" name="文本框 356"/>
            <p:cNvSpPr txBox="1"/>
            <p:nvPr/>
          </p:nvSpPr>
          <p:spPr>
            <a:xfrm>
              <a:off x="14676" y="6353"/>
              <a:ext cx="1101" cy="3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score:0.9</a:t>
              </a:r>
              <a:endParaRPr lang="en-US" altLang="zh-CN" sz="1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361" name="文本框 360"/>
          <p:cNvSpPr txBox="1"/>
          <p:nvPr/>
        </p:nvSpPr>
        <p:spPr>
          <a:xfrm>
            <a:off x="5113655" y="3618865"/>
            <a:ext cx="1025525" cy="52197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Make predictions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2" name="矩形 361"/>
          <p:cNvSpPr/>
          <p:nvPr/>
        </p:nvSpPr>
        <p:spPr>
          <a:xfrm>
            <a:off x="6307351" y="3794950"/>
            <a:ext cx="1313180" cy="1013460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0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Test1: ‘category1’</a:t>
            </a:r>
            <a:endParaRPr lang="en-US" altLang="zh-CN" sz="100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/>
            <a:r>
              <a:rPr lang="en-US" altLang="zh-CN" sz="10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Test2: ‘category3’</a:t>
            </a:r>
            <a:endParaRPr lang="en-US" altLang="zh-CN" sz="100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/>
            <a:r>
              <a:rPr lang="en-US" altLang="zh-CN" sz="10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Test3: ‘category2’</a:t>
            </a:r>
            <a:endParaRPr lang="en-US" altLang="zh-CN" sz="100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/>
            <a:r>
              <a:rPr lang="en-US" altLang="zh-CN" sz="10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Test4: ‘category1’</a:t>
            </a:r>
            <a:endParaRPr lang="en-US" altLang="zh-CN" sz="100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/>
            <a:r>
              <a:rPr lang="en-US" altLang="zh-CN" sz="10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...</a:t>
            </a:r>
            <a:endParaRPr lang="en-US" altLang="zh-CN" sz="100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" name="右箭头 1"/>
          <p:cNvSpPr/>
          <p:nvPr/>
        </p:nvSpPr>
        <p:spPr>
          <a:xfrm>
            <a:off x="5085080" y="775335"/>
            <a:ext cx="968375" cy="250190"/>
          </a:xfrm>
          <a:prstGeom prst="rightArrow">
            <a:avLst>
              <a:gd name="adj1" fmla="val 50000"/>
              <a:gd name="adj2" fmla="val 57106"/>
            </a:avLst>
          </a:prstGeom>
          <a:solidFill>
            <a:srgbClr val="98A2A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2" name="右箭头 251"/>
          <p:cNvSpPr/>
          <p:nvPr/>
        </p:nvSpPr>
        <p:spPr>
          <a:xfrm rot="10800000">
            <a:off x="2454275" y="2306955"/>
            <a:ext cx="968375" cy="250190"/>
          </a:xfrm>
          <a:prstGeom prst="rightArrow">
            <a:avLst>
              <a:gd name="adj1" fmla="val 50000"/>
              <a:gd name="adj2" fmla="val 57106"/>
            </a:avLst>
          </a:prstGeom>
          <a:solidFill>
            <a:srgbClr val="98A2A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4" name="右箭头 253"/>
          <p:cNvSpPr/>
          <p:nvPr/>
        </p:nvSpPr>
        <p:spPr>
          <a:xfrm>
            <a:off x="2468880" y="4208145"/>
            <a:ext cx="968375" cy="250190"/>
          </a:xfrm>
          <a:prstGeom prst="rightArrow">
            <a:avLst>
              <a:gd name="adj1" fmla="val 50000"/>
              <a:gd name="adj2" fmla="val 57106"/>
            </a:avLst>
          </a:prstGeom>
          <a:solidFill>
            <a:srgbClr val="98A2A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4" name="右箭头 263"/>
          <p:cNvSpPr/>
          <p:nvPr/>
        </p:nvSpPr>
        <p:spPr>
          <a:xfrm>
            <a:off x="5198110" y="4208145"/>
            <a:ext cx="968375" cy="250190"/>
          </a:xfrm>
          <a:prstGeom prst="rightArrow">
            <a:avLst>
              <a:gd name="adj1" fmla="val 50000"/>
              <a:gd name="adj2" fmla="val 57106"/>
            </a:avLst>
          </a:prstGeom>
          <a:solidFill>
            <a:srgbClr val="98A2A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6" name="右箭头 265"/>
          <p:cNvSpPr/>
          <p:nvPr/>
        </p:nvSpPr>
        <p:spPr>
          <a:xfrm rot="10800000">
            <a:off x="8178165" y="2306955"/>
            <a:ext cx="764540" cy="250190"/>
          </a:xfrm>
          <a:prstGeom prst="rightArrow">
            <a:avLst>
              <a:gd name="adj1" fmla="val 50000"/>
              <a:gd name="adj2" fmla="val 57106"/>
            </a:avLst>
          </a:prstGeom>
          <a:solidFill>
            <a:srgbClr val="98A2A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5" name="文本框 274"/>
          <p:cNvSpPr txBox="1"/>
          <p:nvPr/>
        </p:nvSpPr>
        <p:spPr>
          <a:xfrm>
            <a:off x="4052570" y="-22860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Calibri" panose="020F0502020204030204" charset="0"/>
              </a:rPr>
              <a:t>①</a:t>
            </a:r>
            <a:endParaRPr lang="zh-CN" altLang="en-US">
              <a:latin typeface="Calibri" panose="020F0502020204030204" charset="0"/>
            </a:endParaRPr>
          </a:p>
        </p:txBody>
      </p:sp>
      <p:sp>
        <p:nvSpPr>
          <p:cNvPr id="276" name="文本框 275"/>
          <p:cNvSpPr txBox="1"/>
          <p:nvPr/>
        </p:nvSpPr>
        <p:spPr>
          <a:xfrm>
            <a:off x="8171180" y="1238885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Calibri" panose="020F0502020204030204" charset="0"/>
              </a:rPr>
              <a:t>②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7" name="矩形 276"/>
          <p:cNvSpPr/>
          <p:nvPr/>
        </p:nvSpPr>
        <p:spPr>
          <a:xfrm>
            <a:off x="2513330" y="838835"/>
            <a:ext cx="923925" cy="123825"/>
          </a:xfrm>
          <a:prstGeom prst="rect">
            <a:avLst/>
          </a:prstGeom>
          <a:solidFill>
            <a:srgbClr val="98A2A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8" name="矩形 277"/>
          <p:cNvSpPr/>
          <p:nvPr/>
        </p:nvSpPr>
        <p:spPr>
          <a:xfrm>
            <a:off x="5071745" y="2371725"/>
            <a:ext cx="923925" cy="123825"/>
          </a:xfrm>
          <a:prstGeom prst="rect">
            <a:avLst/>
          </a:prstGeom>
          <a:solidFill>
            <a:srgbClr val="98A2A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9" name="矩形 278"/>
          <p:cNvSpPr/>
          <p:nvPr/>
        </p:nvSpPr>
        <p:spPr>
          <a:xfrm>
            <a:off x="8006715" y="838835"/>
            <a:ext cx="923925" cy="123825"/>
          </a:xfrm>
          <a:prstGeom prst="rect">
            <a:avLst/>
          </a:prstGeom>
          <a:solidFill>
            <a:srgbClr val="98A2A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0" name="文本框 279"/>
          <p:cNvSpPr txBox="1"/>
          <p:nvPr/>
        </p:nvSpPr>
        <p:spPr>
          <a:xfrm>
            <a:off x="4052570" y="1525270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③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" name="文本框 280"/>
          <p:cNvSpPr txBox="1"/>
          <p:nvPr/>
        </p:nvSpPr>
        <p:spPr>
          <a:xfrm>
            <a:off x="2732405" y="3260090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④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2" name="文本框 281"/>
          <p:cNvSpPr txBox="1"/>
          <p:nvPr/>
        </p:nvSpPr>
        <p:spPr>
          <a:xfrm>
            <a:off x="5363210" y="3269615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⑤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63065" y="61666"/>
            <a:ext cx="4261737" cy="489761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txBody>
          <a:bodyPr wrap="square" rtlCol="0">
            <a:noAutofit/>
          </a:bodyPr>
          <a:p>
            <a:r>
              <a:rPr lang="en-US" altLang="zh-CN" sz="1420" b="1">
                <a:latin typeface="Times New Roman" panose="02020603050405020304" charset="0"/>
                <a:cs typeface="Times New Roman" panose="02020603050405020304" charset="0"/>
              </a:rPr>
              <a:t>### Task Description ###</a:t>
            </a:r>
            <a:endParaRPr lang="en-US" altLang="zh-CN" sz="142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20">
                <a:latin typeface="Times New Roman" panose="02020603050405020304" charset="0"/>
                <a:cs typeface="Times New Roman" panose="02020603050405020304" charset="0"/>
              </a:rPr>
              <a:t>Given a set of feature vectors of EEG samples, determine whether the category of the sample to be predicted is A or B.</a:t>
            </a:r>
            <a:endParaRPr lang="en-US" altLang="zh-CN" sz="142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142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20" b="1">
                <a:latin typeface="Times New Roman" panose="02020603050405020304" charset="0"/>
                <a:cs typeface="Times New Roman" panose="02020603050405020304" charset="0"/>
              </a:rPr>
              <a:t>### Demonstrations ###</a:t>
            </a:r>
            <a:endParaRPr lang="en-US" altLang="zh-CN" sz="142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20">
                <a:latin typeface="Times New Roman" panose="02020603050405020304" charset="0"/>
                <a:cs typeface="Times New Roman" panose="02020603050405020304" charset="0"/>
              </a:rPr>
              <a:t>Features: [0.23, 1.45, 0.87, ..., 0.91]  </a:t>
            </a:r>
            <a:endParaRPr lang="en-US" altLang="zh-CN" sz="142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20">
                <a:latin typeface="Times New Roman" panose="02020603050405020304" charset="0"/>
                <a:cs typeface="Times New Roman" panose="02020603050405020304" charset="0"/>
              </a:rPr>
              <a:t>Label: A  </a:t>
            </a:r>
            <a:endParaRPr lang="en-US" altLang="zh-CN" sz="142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20">
                <a:latin typeface="Times New Roman" panose="02020603050405020304" charset="0"/>
                <a:cs typeface="Times New Roman" panose="02020603050405020304" charset="0"/>
                <a:sym typeface="+mn-ea"/>
              </a:rPr>
              <a:t>Features</a:t>
            </a:r>
            <a:r>
              <a:rPr lang="en-US" altLang="zh-CN" sz="1420">
                <a:latin typeface="Times New Roman" panose="02020603050405020304" charset="0"/>
                <a:cs typeface="Times New Roman" panose="02020603050405020304" charset="0"/>
              </a:rPr>
              <a:t>: [1.14, 0.76, 1.09, ..., 0.67]  </a:t>
            </a:r>
            <a:endParaRPr lang="en-US" altLang="zh-CN" sz="142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20">
                <a:latin typeface="Times New Roman" panose="02020603050405020304" charset="0"/>
                <a:cs typeface="Times New Roman" panose="02020603050405020304" charset="0"/>
              </a:rPr>
              <a:t>Label: B  </a:t>
            </a:r>
            <a:endParaRPr lang="en-US" altLang="zh-CN" sz="142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20"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altLang="zh-CN" sz="142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142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20" b="1">
                <a:latin typeface="Times New Roman" panose="02020603050405020304" charset="0"/>
                <a:cs typeface="Times New Roman" panose="02020603050405020304" charset="0"/>
              </a:rPr>
              <a:t>### Samples to be predicted ###</a:t>
            </a:r>
            <a:endParaRPr lang="en-US" altLang="zh-CN" sz="142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20">
                <a:latin typeface="Times New Roman" panose="02020603050405020304" charset="0"/>
                <a:cs typeface="Times New Roman" panose="02020603050405020304" charset="0"/>
                <a:sym typeface="+mn-ea"/>
              </a:rPr>
              <a:t>Features</a:t>
            </a:r>
            <a:r>
              <a:rPr lang="en-US" altLang="zh-CN" sz="1420">
                <a:latin typeface="Times New Roman" panose="02020603050405020304" charset="0"/>
                <a:cs typeface="Times New Roman" panose="02020603050405020304" charset="0"/>
              </a:rPr>
              <a:t>: [0.41, 1.30, 0.99, ..., 0.80]  </a:t>
            </a:r>
            <a:endParaRPr lang="en-US" altLang="zh-CN" sz="142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20">
                <a:latin typeface="Times New Roman" panose="02020603050405020304" charset="0"/>
                <a:cs typeface="Times New Roman" panose="02020603050405020304" charset="0"/>
                <a:sym typeface="+mn-ea"/>
              </a:rPr>
              <a:t>Features</a:t>
            </a:r>
            <a:r>
              <a:rPr lang="en-US" altLang="zh-CN" sz="1420">
                <a:latin typeface="Times New Roman" panose="02020603050405020304" charset="0"/>
                <a:cs typeface="Times New Roman" panose="02020603050405020304" charset="0"/>
              </a:rPr>
              <a:t>: [1.08, 0.64, 1.05, ..., 0.72]  </a:t>
            </a:r>
            <a:endParaRPr lang="en-US" altLang="zh-CN" sz="142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20">
                <a:latin typeface="Times New Roman" panose="02020603050405020304" charset="0"/>
                <a:cs typeface="Times New Roman" panose="02020603050405020304" charset="0"/>
                <a:sym typeface="+mn-ea"/>
              </a:rPr>
              <a:t>Features</a:t>
            </a:r>
            <a:r>
              <a:rPr lang="en-US" altLang="zh-CN" sz="1420">
                <a:latin typeface="Times New Roman" panose="02020603050405020304" charset="0"/>
                <a:cs typeface="Times New Roman" panose="02020603050405020304" charset="0"/>
              </a:rPr>
              <a:t>: [0.27, 1.38, 0.90, ..., 0.76]  </a:t>
            </a:r>
            <a:endParaRPr lang="en-US" altLang="zh-CN" sz="142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20">
                <a:latin typeface="Times New Roman" panose="02020603050405020304" charset="0"/>
                <a:cs typeface="Times New Roman" panose="02020603050405020304" charset="0"/>
                <a:sym typeface="+mn-ea"/>
              </a:rPr>
              <a:t>Features</a:t>
            </a:r>
            <a:r>
              <a:rPr lang="en-US" altLang="zh-CN" sz="1420">
                <a:latin typeface="Times New Roman" panose="02020603050405020304" charset="0"/>
                <a:cs typeface="Times New Roman" panose="02020603050405020304" charset="0"/>
              </a:rPr>
              <a:t>: [0.37, 4.38, 2.90, ..., 0.16]  </a:t>
            </a:r>
            <a:endParaRPr lang="en-US" altLang="zh-CN" sz="142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20"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altLang="zh-CN" sz="142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142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2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### Instructions ###</a:t>
            </a:r>
            <a:endParaRPr lang="en-US" altLang="zh-CN" sz="142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sz="142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Predict the label of the following input and return in a JSON list.</a:t>
            </a:r>
            <a:endParaRPr lang="en-US" altLang="zh-CN" sz="142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142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317.95,&quot;left&quot;:96.9,&quot;top&quot;:196.7,&quot;width&quot;:514.1}"/>
</p:tagLst>
</file>

<file path=ppt/tags/tag64.xml><?xml version="1.0" encoding="utf-8"?>
<p:tagLst xmlns:p="http://schemas.openxmlformats.org/presentationml/2006/main">
  <p:tag name="KSO_WM_DIAGRAM_VIRTUALLY_FRAME" val="{&quot;height&quot;:317.95,&quot;left&quot;:96.9,&quot;top&quot;:196.7,&quot;width&quot;:514.1}"/>
</p:tagLst>
</file>

<file path=ppt/tags/tag65.xml><?xml version="1.0" encoding="utf-8"?>
<p:tagLst xmlns:p="http://schemas.openxmlformats.org/presentationml/2006/main">
  <p:tag name="KSO_WM_DIAGRAM_VIRTUALLY_FRAME" val="{&quot;height&quot;:317.95,&quot;left&quot;:96.9,&quot;top&quot;:196.7,&quot;width&quot;:514.1}"/>
</p:tagLst>
</file>

<file path=ppt/tags/tag66.xml><?xml version="1.0" encoding="utf-8"?>
<p:tagLst xmlns:p="http://schemas.openxmlformats.org/presentationml/2006/main">
  <p:tag name="KSO_WM_DIAGRAM_VIRTUALLY_FRAME" val="{&quot;height&quot;:317.95,&quot;left&quot;:96.9,&quot;top&quot;:196.7,&quot;width&quot;:514.1}"/>
</p:tagLst>
</file>

<file path=ppt/tags/tag67.xml><?xml version="1.0" encoding="utf-8"?>
<p:tagLst xmlns:p="http://schemas.openxmlformats.org/presentationml/2006/main">
  <p:tag name="KSO_WM_DIAGRAM_VIRTUALLY_FRAME" val="{&quot;height&quot;:317.95,&quot;left&quot;:96.9,&quot;top&quot;:196.7,&quot;width&quot;:514.1}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3&quot;:[4364907],&quot;65&quot;:[20205081]}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1481</Words>
  <Application>WPS 演示</Application>
  <PresentationFormat>宽屏</PresentationFormat>
  <Paragraphs>105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Times New Roman</vt:lpstr>
      <vt:lpstr>微软雅黑</vt:lpstr>
      <vt:lpstr>Calibri</vt:lpstr>
      <vt:lpstr>BatangChe</vt:lpstr>
      <vt:lpstr>Segoe Print</vt:lpstr>
      <vt:lpstr>Arial Unicode MS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jingwei</cp:lastModifiedBy>
  <cp:revision>169</cp:revision>
  <dcterms:created xsi:type="dcterms:W3CDTF">2019-06-19T02:08:00Z</dcterms:created>
  <dcterms:modified xsi:type="dcterms:W3CDTF">2025-05-15T12:00:36Z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6D87F4BE52EC4AE0931404152B0DA197_11</vt:lpwstr>
  </property>
</Properties>
</file>