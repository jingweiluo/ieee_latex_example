
<file path=[Content_Types].xml><?xml version="1.0" encoding="utf-8"?>
<Types xmlns="http://schemas.openxmlformats.org/package/2006/content-types">
  <Default Extension="png" ContentType="image/png"/>
  <Default Extension="jpeg" ContentType="image/jpeg"/>
  <Default Extension="JPG" ContentType="image/.jp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72.xml" ContentType="application/vnd.openxmlformats-officedocument.presentationml.tags+xml"/>
  <Override PartName="/ppt/tags/tag73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7" r:id="rId3"/>
    <p:sldId id="258" r:id="rId4"/>
    <p:sldId id="259" r:id="rId5"/>
  </p:sldIdLst>
  <p:sldSz cx="12192635" cy="5039995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532" userDrawn="1">
          <p15:clr>
            <a:srgbClr val="A4A3A4"/>
          </p15:clr>
        </p15:guide>
        <p15:guide id="2" pos="3884" userDrawn="1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子锋 林" initials="子锋" lastIdx="1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828A92"/>
    <a:srgbClr val="98A2AA"/>
    <a:srgbClr val="827CF7"/>
    <a:srgbClr val="FFFFFF"/>
    <a:srgbClr val="DCDCDC"/>
    <a:srgbClr val="F0F0F0"/>
    <a:srgbClr val="E6E6E6"/>
    <a:srgbClr val="C8C8C8"/>
    <a:srgbClr val="FAFAFA"/>
    <a:srgbClr val="BEBEB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3778" autoAdjust="0"/>
    <p:restoredTop sz="94660"/>
  </p:normalViewPr>
  <p:slideViewPr>
    <p:cSldViewPr snapToGrid="0" showGuides="1">
      <p:cViewPr varScale="1">
        <p:scale>
          <a:sx n="99" d="100"/>
          <a:sy n="99" d="100"/>
        </p:scale>
        <p:origin x="84" y="582"/>
      </p:cViewPr>
      <p:guideLst>
        <p:guide orient="horz" pos="1532"/>
        <p:guide pos="3884"/>
      </p:guideLst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92" d="100"/>
          <a:sy n="92" d="100"/>
        </p:scale>
        <p:origin x="2550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commentAuthors" Target="commentAuthors.xml"/><Relationship Id="rId8" Type="http://schemas.openxmlformats.org/officeDocument/2006/relationships/tableStyles" Target="tableStyles.xml"/><Relationship Id="rId7" Type="http://schemas.openxmlformats.org/officeDocument/2006/relationships/viewProps" Target="viewProps.xml"/><Relationship Id="rId6" Type="http://schemas.openxmlformats.org/officeDocument/2006/relationships/presProps" Target="presProps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" Type="http://schemas.openxmlformats.org/officeDocument/2006/relationships/slideMaster" Target="slideMasters/slideMaster1.xml"/></Relationships>
</file>

<file path=ppt/slideLayouts/_rels/slideLayout1.xml.rels><?xml version="1.0" encoding="UTF-8" standalone="yes"?>
<Relationships xmlns="http://schemas.openxmlformats.org/package/2006/relationships"><Relationship Id="rId6" Type="http://schemas.openxmlformats.org/officeDocument/2006/relationships/tags" Target="../tags/tag5.xml"/><Relationship Id="rId5" Type="http://schemas.openxmlformats.org/officeDocument/2006/relationships/tags" Target="../tags/tag4.xml"/><Relationship Id="rId4" Type="http://schemas.openxmlformats.org/officeDocument/2006/relationships/tags" Target="../tags/tag3.xml"/><Relationship Id="rId3" Type="http://schemas.openxmlformats.org/officeDocument/2006/relationships/tags" Target="../tags/tag2.xml"/><Relationship Id="rId2" Type="http://schemas.openxmlformats.org/officeDocument/2006/relationships/tags" Target="../tags/tag1.xml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6" Type="http://schemas.openxmlformats.org/officeDocument/2006/relationships/tags" Target="../tags/tag10.xml"/><Relationship Id="rId5" Type="http://schemas.openxmlformats.org/officeDocument/2006/relationships/tags" Target="../tags/tag9.xml"/><Relationship Id="rId4" Type="http://schemas.openxmlformats.org/officeDocument/2006/relationships/tags" Target="../tags/tag8.xml"/><Relationship Id="rId3" Type="http://schemas.openxmlformats.org/officeDocument/2006/relationships/tags" Target="../tags/tag7.xml"/><Relationship Id="rId2" Type="http://schemas.openxmlformats.org/officeDocument/2006/relationships/tags" Target="../tags/tag6.xml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6" Type="http://schemas.openxmlformats.org/officeDocument/2006/relationships/tags" Target="../tags/tag15.xml"/><Relationship Id="rId5" Type="http://schemas.openxmlformats.org/officeDocument/2006/relationships/tags" Target="../tags/tag14.xml"/><Relationship Id="rId4" Type="http://schemas.openxmlformats.org/officeDocument/2006/relationships/tags" Target="../tags/tag13.xml"/><Relationship Id="rId3" Type="http://schemas.openxmlformats.org/officeDocument/2006/relationships/tags" Target="../tags/tag12.xml"/><Relationship Id="rId2" Type="http://schemas.openxmlformats.org/officeDocument/2006/relationships/tags" Target="../tags/tag11.xml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7" Type="http://schemas.openxmlformats.org/officeDocument/2006/relationships/tags" Target="../tags/tag21.xml"/><Relationship Id="rId6" Type="http://schemas.openxmlformats.org/officeDocument/2006/relationships/tags" Target="../tags/tag20.xml"/><Relationship Id="rId5" Type="http://schemas.openxmlformats.org/officeDocument/2006/relationships/tags" Target="../tags/tag19.xml"/><Relationship Id="rId4" Type="http://schemas.openxmlformats.org/officeDocument/2006/relationships/tags" Target="../tags/tag18.xml"/><Relationship Id="rId3" Type="http://schemas.openxmlformats.org/officeDocument/2006/relationships/tags" Target="../tags/tag17.xml"/><Relationship Id="rId2" Type="http://schemas.openxmlformats.org/officeDocument/2006/relationships/tags" Target="../tags/tag16.xml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9" Type="http://schemas.openxmlformats.org/officeDocument/2006/relationships/tags" Target="../tags/tag29.xml"/><Relationship Id="rId8" Type="http://schemas.openxmlformats.org/officeDocument/2006/relationships/tags" Target="../tags/tag28.xml"/><Relationship Id="rId7" Type="http://schemas.openxmlformats.org/officeDocument/2006/relationships/tags" Target="../tags/tag27.xml"/><Relationship Id="rId6" Type="http://schemas.openxmlformats.org/officeDocument/2006/relationships/tags" Target="../tags/tag26.xml"/><Relationship Id="rId5" Type="http://schemas.openxmlformats.org/officeDocument/2006/relationships/tags" Target="../tags/tag25.xml"/><Relationship Id="rId4" Type="http://schemas.openxmlformats.org/officeDocument/2006/relationships/tags" Target="../tags/tag24.xml"/><Relationship Id="rId3" Type="http://schemas.openxmlformats.org/officeDocument/2006/relationships/tags" Target="../tags/tag23.xml"/><Relationship Id="rId2" Type="http://schemas.openxmlformats.org/officeDocument/2006/relationships/tags" Target="../tags/tag22.xml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5" Type="http://schemas.openxmlformats.org/officeDocument/2006/relationships/tags" Target="../tags/tag33.xml"/><Relationship Id="rId4" Type="http://schemas.openxmlformats.org/officeDocument/2006/relationships/tags" Target="../tags/tag32.xml"/><Relationship Id="rId3" Type="http://schemas.openxmlformats.org/officeDocument/2006/relationships/tags" Target="../tags/tag31.xml"/><Relationship Id="rId2" Type="http://schemas.openxmlformats.org/officeDocument/2006/relationships/tags" Target="../tags/tag30.xml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4" Type="http://schemas.openxmlformats.org/officeDocument/2006/relationships/tags" Target="../tags/tag36.xml"/><Relationship Id="rId3" Type="http://schemas.openxmlformats.org/officeDocument/2006/relationships/tags" Target="../tags/tag35.xml"/><Relationship Id="rId2" Type="http://schemas.openxmlformats.org/officeDocument/2006/relationships/tags" Target="../tags/tag34.xml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7" Type="http://schemas.openxmlformats.org/officeDocument/2006/relationships/tags" Target="../tags/tag42.xml"/><Relationship Id="rId6" Type="http://schemas.openxmlformats.org/officeDocument/2006/relationships/tags" Target="../tags/tag41.xml"/><Relationship Id="rId5" Type="http://schemas.openxmlformats.org/officeDocument/2006/relationships/tags" Target="../tags/tag40.xml"/><Relationship Id="rId4" Type="http://schemas.openxmlformats.org/officeDocument/2006/relationships/tags" Target="../tags/tag39.xml"/><Relationship Id="rId3" Type="http://schemas.openxmlformats.org/officeDocument/2006/relationships/tags" Target="../tags/tag38.xml"/><Relationship Id="rId2" Type="http://schemas.openxmlformats.org/officeDocument/2006/relationships/tags" Target="../tags/tag37.xml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6" Type="http://schemas.openxmlformats.org/officeDocument/2006/relationships/tags" Target="../tags/tag47.xml"/><Relationship Id="rId5" Type="http://schemas.openxmlformats.org/officeDocument/2006/relationships/tags" Target="../tags/tag46.xml"/><Relationship Id="rId4" Type="http://schemas.openxmlformats.org/officeDocument/2006/relationships/tags" Target="../tags/tag45.xml"/><Relationship Id="rId3" Type="http://schemas.openxmlformats.org/officeDocument/2006/relationships/tags" Target="../tags/tag44.xml"/><Relationship Id="rId2" Type="http://schemas.openxmlformats.org/officeDocument/2006/relationships/tags" Target="../tags/tag43.xml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5" Type="http://schemas.openxmlformats.org/officeDocument/2006/relationships/tags" Target="../tags/tag51.xml"/><Relationship Id="rId4" Type="http://schemas.openxmlformats.org/officeDocument/2006/relationships/tags" Target="../tags/tag50.xml"/><Relationship Id="rId3" Type="http://schemas.openxmlformats.org/officeDocument/2006/relationships/tags" Target="../tags/tag49.xml"/><Relationship Id="rId2" Type="http://schemas.openxmlformats.org/officeDocument/2006/relationships/tags" Target="../tags/tag48.xml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6" Type="http://schemas.openxmlformats.org/officeDocument/2006/relationships/tags" Target="../tags/tag56.xml"/><Relationship Id="rId5" Type="http://schemas.openxmlformats.org/officeDocument/2006/relationships/tags" Target="../tags/tag55.xml"/><Relationship Id="rId4" Type="http://schemas.openxmlformats.org/officeDocument/2006/relationships/tags" Target="../tags/tag54.xml"/><Relationship Id="rId3" Type="http://schemas.openxmlformats.org/officeDocument/2006/relationships/tags" Target="../tags/tag53.xml"/><Relationship Id="rId2" Type="http://schemas.openxmlformats.org/officeDocument/2006/relationships/tags" Target="../tags/tag52.xml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  <p:custDataLst>
              <p:tags r:id="rId2"/>
            </p:custDataLst>
          </p:nvPr>
        </p:nvSpPr>
        <p:spPr>
          <a:xfrm>
            <a:off x="1199029" y="672112"/>
            <a:ext cx="9801074" cy="1889322"/>
          </a:xfrm>
        </p:spPr>
        <p:txBody>
          <a:bodyPr lIns="90000" tIns="46800" rIns="90000" bIns="46800" anchor="b" anchorCtr="0">
            <a:normAutofit/>
          </a:bodyPr>
          <a:lstStyle>
            <a:lvl1pPr algn="ctr">
              <a:defRPr sz="4410"/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  <p:custDataLst>
              <p:tags r:id="rId3"/>
            </p:custDataLst>
          </p:nvPr>
        </p:nvSpPr>
        <p:spPr>
          <a:xfrm>
            <a:off x="1199029" y="2617003"/>
            <a:ext cx="9801074" cy="1082259"/>
          </a:xfrm>
        </p:spPr>
        <p:txBody>
          <a:bodyPr lIns="90000" tIns="46800" rIns="90000" bIns="46800">
            <a:normAutofit/>
          </a:bodyPr>
          <a:lstStyle>
            <a:lvl1pPr marL="0" indent="0" algn="ctr">
              <a:lnSpc>
                <a:spcPct val="110000"/>
              </a:lnSpc>
              <a:buNone/>
              <a:defRPr sz="1770" spc="200"/>
            </a:lvl1pPr>
            <a:lvl2pPr marL="335915" indent="0" algn="ctr">
              <a:buNone/>
              <a:defRPr sz="1470"/>
            </a:lvl2pPr>
            <a:lvl3pPr marL="672465" indent="0" algn="ctr">
              <a:buNone/>
              <a:defRPr sz="1320"/>
            </a:lvl3pPr>
            <a:lvl4pPr marL="1007745" indent="0" algn="ctr">
              <a:buNone/>
              <a:defRPr sz="1175"/>
            </a:lvl4pPr>
            <a:lvl5pPr marL="1344295" indent="0" algn="ctr">
              <a:buNone/>
              <a:defRPr sz="1175"/>
            </a:lvl5pPr>
            <a:lvl6pPr marL="1680210" indent="0" algn="ctr">
              <a:buNone/>
              <a:defRPr sz="1175"/>
            </a:lvl6pPr>
            <a:lvl7pPr marL="2016760" indent="0" algn="ctr">
              <a:buNone/>
              <a:defRPr sz="1175"/>
            </a:lvl7pPr>
            <a:lvl8pPr marL="2352040" indent="0" algn="ctr">
              <a:buNone/>
              <a:defRPr sz="1175"/>
            </a:lvl8pPr>
            <a:lvl9pPr marL="2689225" indent="0" algn="ctr">
              <a:buNone/>
              <a:defRPr sz="1175"/>
            </a:lvl9pPr>
          </a:lstStyle>
          <a:p>
            <a:r>
              <a:rPr lang="zh-CN" altLang="en-US" dirty="0"/>
              <a:t>单击此处编辑母版副标题样式</a:t>
            </a:r>
            <a:endParaRPr lang="zh-CN" altLang="en-US" dirty="0"/>
          </a:p>
        </p:txBody>
      </p:sp>
      <p:sp>
        <p:nvSpPr>
          <p:cNvPr id="16" name="日期占位符 15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17" name="页脚占位符 16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18" name="灯片编号占位符 17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516" y="447193"/>
            <a:ext cx="10971298" cy="518638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  <p:custDataLst>
              <p:tags r:id="rId3"/>
            </p:custDataLst>
          </p:nvPr>
        </p:nvSpPr>
        <p:spPr>
          <a:xfrm>
            <a:off x="608516" y="1095489"/>
            <a:ext cx="10971298" cy="3498157"/>
          </a:xfr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2"/>
            </p:custDataLst>
          </p:nvPr>
        </p:nvSpPr>
        <p:spPr>
          <a:xfrm>
            <a:off x="1991181" y="2828691"/>
            <a:ext cx="7770286" cy="563621"/>
          </a:xfrm>
        </p:spPr>
        <p:txBody>
          <a:bodyPr lIns="90000" tIns="46800" rIns="90000" bIns="46800" anchor="b" anchorCtr="0">
            <a:normAutofit/>
          </a:bodyPr>
          <a:lstStyle>
            <a:lvl1pPr>
              <a:defRPr sz="3235"/>
            </a:lvl1pPr>
          </a:lstStyle>
          <a:p>
            <a:r>
              <a:rPr lang="zh-CN" altLang="en-US" dirty="0"/>
              <a:t>单击此处编辑标题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3"/>
            </p:custDataLst>
          </p:nvPr>
        </p:nvSpPr>
        <p:spPr>
          <a:xfrm>
            <a:off x="1991181" y="3392313"/>
            <a:ext cx="7770286" cy="637712"/>
          </a:xfrm>
        </p:spPr>
        <p:txBody>
          <a:bodyPr lIns="90000" tIns="46800" rIns="90000" bIns="46800">
            <a:normAutofit/>
          </a:bodyPr>
          <a:lstStyle>
            <a:lvl1pPr marL="0" indent="0">
              <a:buNone/>
              <a:defRPr sz="132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335915" indent="0">
              <a:buNone/>
              <a:defRPr sz="1175">
                <a:solidFill>
                  <a:schemeClr val="tx1">
                    <a:tint val="75000"/>
                  </a:schemeClr>
                </a:solidFill>
              </a:defRPr>
            </a:lvl2pPr>
            <a:lvl3pPr marL="672465" indent="0">
              <a:buNone/>
              <a:defRPr sz="1175">
                <a:solidFill>
                  <a:schemeClr val="tx1">
                    <a:tint val="75000"/>
                  </a:schemeClr>
                </a:solidFill>
              </a:defRPr>
            </a:lvl3pPr>
            <a:lvl4pPr marL="1007745" indent="0">
              <a:buNone/>
              <a:defRPr sz="1175">
                <a:solidFill>
                  <a:schemeClr val="tx1">
                    <a:tint val="75000"/>
                  </a:schemeClr>
                </a:solidFill>
              </a:defRPr>
            </a:lvl4pPr>
            <a:lvl5pPr marL="1344295" indent="0">
              <a:buNone/>
              <a:defRPr sz="1175">
                <a:solidFill>
                  <a:schemeClr val="tx1">
                    <a:tint val="75000"/>
                  </a:schemeClr>
                </a:solidFill>
              </a:defRPr>
            </a:lvl5pPr>
            <a:lvl6pPr marL="1680210" indent="0">
              <a:buNone/>
              <a:defRPr sz="1175">
                <a:solidFill>
                  <a:schemeClr val="tx1">
                    <a:tint val="75000"/>
                  </a:schemeClr>
                </a:solidFill>
              </a:defRPr>
            </a:lvl6pPr>
            <a:lvl7pPr marL="2016760" indent="0">
              <a:buNone/>
              <a:defRPr sz="1175">
                <a:solidFill>
                  <a:schemeClr val="tx1">
                    <a:tint val="75000"/>
                  </a:schemeClr>
                </a:solidFill>
              </a:defRPr>
            </a:lvl7pPr>
            <a:lvl8pPr marL="2352040" indent="0">
              <a:buNone/>
              <a:defRPr sz="1175">
                <a:solidFill>
                  <a:schemeClr val="tx1">
                    <a:tint val="75000"/>
                  </a:schemeClr>
                </a:solidFill>
              </a:defRPr>
            </a:lvl8pPr>
            <a:lvl9pPr marL="2689225" indent="0">
              <a:buNone/>
              <a:defRPr sz="1175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dirty="0"/>
              <a:t>单击此处编辑文本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516" y="447193"/>
            <a:ext cx="10971298" cy="518638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  <p:custDataLst>
              <p:tags r:id="rId3"/>
            </p:custDataLst>
          </p:nvPr>
        </p:nvSpPr>
        <p:spPr>
          <a:xfrm>
            <a:off x="608516" y="1103428"/>
            <a:ext cx="5177790" cy="3490219"/>
          </a:xfr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6412826" y="1103428"/>
            <a:ext cx="5177790" cy="3490219"/>
          </a:xfrm>
        </p:spPr>
        <p:txBody>
          <a:bodyPr lIns="90000" tIns="46800" rIns="90000" bIns="4680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5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6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7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516" y="447193"/>
            <a:ext cx="10971298" cy="518638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3"/>
            </p:custDataLst>
          </p:nvPr>
        </p:nvSpPr>
        <p:spPr>
          <a:xfrm>
            <a:off x="608516" y="1050506"/>
            <a:ext cx="5343422" cy="280488"/>
          </a:xfrm>
        </p:spPr>
        <p:txBody>
          <a:bodyPr lIns="101600" tIns="38100" rIns="76200" bIns="38100" anchor="t" anchorCtr="0">
            <a:normAutofit/>
          </a:bodyPr>
          <a:lstStyle>
            <a:lvl1pPr marL="0" indent="0">
              <a:lnSpc>
                <a:spcPct val="100000"/>
              </a:lnSpc>
              <a:buNone/>
              <a:defRPr sz="147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35915" indent="0">
              <a:buNone/>
              <a:defRPr sz="1470" b="1"/>
            </a:lvl2pPr>
            <a:lvl3pPr marL="672465" indent="0">
              <a:buNone/>
              <a:defRPr sz="1320" b="1"/>
            </a:lvl3pPr>
            <a:lvl4pPr marL="1007745" indent="0">
              <a:buNone/>
              <a:defRPr sz="1175" b="1"/>
            </a:lvl4pPr>
            <a:lvl5pPr marL="1344295" indent="0">
              <a:buNone/>
              <a:defRPr sz="1175" b="1"/>
            </a:lvl5pPr>
            <a:lvl6pPr marL="1680210" indent="0">
              <a:buNone/>
              <a:defRPr sz="1175" b="1"/>
            </a:lvl6pPr>
            <a:lvl7pPr marL="2016760" indent="0">
              <a:buNone/>
              <a:defRPr sz="1175" b="1"/>
            </a:lvl7pPr>
            <a:lvl8pPr marL="2352040" indent="0">
              <a:buNone/>
              <a:defRPr sz="1175" b="1"/>
            </a:lvl8pPr>
            <a:lvl9pPr marL="2689225" indent="0">
              <a:buNone/>
              <a:defRPr sz="1175" b="1"/>
            </a:lvl9pPr>
          </a:lstStyle>
          <a:p>
            <a:pPr lvl="0"/>
            <a:r>
              <a:rPr lang="zh-CN" altLang="en-US" dirty="0"/>
              <a:t>单击此处编辑文本</a:t>
            </a:r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608516" y="1362747"/>
            <a:ext cx="5343422" cy="3230900"/>
          </a:xfrm>
        </p:spPr>
        <p:txBody>
          <a:bodyPr vert="horz" lIns="101600" tIns="0" rIns="82550" bIns="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 hasCustomPrompt="1"/>
            <p:custDataLst>
              <p:tags r:id="rId5"/>
            </p:custDataLst>
          </p:nvPr>
        </p:nvSpPr>
        <p:spPr>
          <a:xfrm>
            <a:off x="6236943" y="1045014"/>
            <a:ext cx="5343422" cy="280488"/>
          </a:xfrm>
        </p:spPr>
        <p:txBody>
          <a:bodyPr vert="horz" lIns="101600" tIns="38100" rIns="76200" bIns="38100" rtlCol="0" anchor="t" anchorCtr="0">
            <a:normAutofit/>
          </a:bodyPr>
          <a:lstStyle>
            <a:lvl1pPr marL="0" indent="0">
              <a:lnSpc>
                <a:spcPct val="100000"/>
              </a:lnSpc>
              <a:buNone/>
              <a:defRPr sz="147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35915" indent="0">
              <a:buNone/>
              <a:defRPr sz="1470" b="1"/>
            </a:lvl2pPr>
            <a:lvl3pPr marL="672465" indent="0">
              <a:buNone/>
              <a:defRPr sz="1320" b="1"/>
            </a:lvl3pPr>
            <a:lvl4pPr marL="1007745" indent="0">
              <a:buNone/>
              <a:defRPr sz="1175" b="1"/>
            </a:lvl4pPr>
            <a:lvl5pPr marL="1344295" indent="0">
              <a:buNone/>
              <a:defRPr sz="1175" b="1"/>
            </a:lvl5pPr>
            <a:lvl6pPr marL="1680210" indent="0">
              <a:buNone/>
              <a:defRPr sz="1175" b="1"/>
            </a:lvl6pPr>
            <a:lvl7pPr marL="2016760" indent="0">
              <a:buNone/>
              <a:defRPr sz="1175" b="1"/>
            </a:lvl7pPr>
            <a:lvl8pPr marL="2352040" indent="0">
              <a:buNone/>
              <a:defRPr sz="1175" b="1"/>
            </a:lvl8pPr>
            <a:lvl9pPr marL="2689225" indent="0">
              <a:buNone/>
              <a:defRPr sz="1175" b="1"/>
            </a:lvl9pPr>
          </a:lstStyle>
          <a:p>
            <a:pPr lvl="0"/>
            <a:r>
              <a:rPr lang="zh-CN" altLang="en-US" smtClean="0"/>
              <a:t>单击此处编辑文本</a:t>
            </a:r>
            <a:endParaRPr lang="zh-CN" altLang="en-US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  <p:custDataLst>
              <p:tags r:id="rId6"/>
            </p:custDataLst>
          </p:nvPr>
        </p:nvSpPr>
        <p:spPr>
          <a:xfrm>
            <a:off x="6236943" y="1362747"/>
            <a:ext cx="5343422" cy="3230900"/>
          </a:xfrm>
        </p:spPr>
        <p:txBody>
          <a:bodyPr vert="horz" lIns="101600" tIns="0" rIns="82550" bIns="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  <p:custDataLst>
              <p:tags r:id="rId7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  <p:custDataLst>
              <p:tags r:id="rId8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  <p:custDataLst>
              <p:tags r:id="rId9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516" y="447193"/>
            <a:ext cx="10971298" cy="518638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图片占位符 2"/>
          <p:cNvSpPr>
            <a:spLocks noGrp="1"/>
          </p:cNvSpPr>
          <p:nvPr>
            <p:ph type="pic" idx="1"/>
            <p:custDataLst>
              <p:tags r:id="rId2"/>
            </p:custDataLst>
          </p:nvPr>
        </p:nvSpPr>
        <p:spPr>
          <a:xfrm>
            <a:off x="608516" y="1143119"/>
            <a:ext cx="5234078" cy="3387021"/>
          </a:xfrm>
        </p:spPr>
        <p:txBody>
          <a:bodyPr vert="horz" lIns="90000" tIns="46800" rIns="90000" bIns="46800" rtlCol="0">
            <a:normAutofit/>
          </a:bodyPr>
          <a:lstStyle>
            <a:lvl1pPr>
              <a:buNone/>
              <a:defRPr sz="1175"/>
            </a:lvl1pPr>
          </a:lstStyle>
          <a:p>
            <a:pPr lvl="0"/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  <p:custDataLst>
              <p:tags r:id="rId3"/>
            </p:custDataLst>
          </p:nvPr>
        </p:nvSpPr>
        <p:spPr>
          <a:xfrm>
            <a:off x="6351615" y="1143119"/>
            <a:ext cx="5228200" cy="3387021"/>
          </a:xfrm>
        </p:spPr>
        <p:txBody>
          <a:bodyPr vert="horz" lIns="90000" tIns="46800" rIns="90000" bIns="46800" rtlCol="0">
            <a:normAutofit/>
          </a:bodyPr>
          <a:lstStyle>
            <a:lvl1pPr>
              <a:buNone/>
              <a:defRPr sz="1175"/>
            </a:lvl1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9EFD9D74-47D9-4702-A33C-335B63B48DBF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FABC47A4-756D-490B-A52F-7D9E2C9FC05F}" type="slidenum">
              <a:rPr lang="zh-CN" altLang="en-US" smtClean="0"/>
            </a:fld>
            <a:endParaRPr lang="zh-CN" altLang="en-US"/>
          </a:p>
        </p:txBody>
      </p:sp>
      <p:sp>
        <p:nvSpPr>
          <p:cNvPr id="9" name="标题 8"/>
          <p:cNvSpPr>
            <a:spLocks noGrp="1"/>
          </p:cNvSpPr>
          <p:nvPr>
            <p:ph type="title"/>
            <p:custDataLst>
              <p:tags r:id="rId7"/>
            </p:custDataLst>
          </p:nvPr>
        </p:nvSpPr>
        <p:spPr/>
        <p:txBody>
          <a:bodyPr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 hasCustomPrompt="1"/>
            <p:custDataLst>
              <p:tags r:id="rId2"/>
            </p:custDataLst>
          </p:nvPr>
        </p:nvSpPr>
        <p:spPr>
          <a:xfrm>
            <a:off x="10236757" y="672112"/>
            <a:ext cx="1044200" cy="3696615"/>
          </a:xfrm>
        </p:spPr>
        <p:txBody>
          <a:bodyPr vert="eaVert" lIns="90000" tIns="46800" rIns="90000" bIns="46800" rtlCol="0" anchor="ctr" anchorCtr="0">
            <a:normAutofit/>
          </a:bodyPr>
          <a:lstStyle>
            <a:lvl1pPr>
              <a:buNone/>
              <a:defRPr sz="2055"/>
            </a:lvl1pPr>
          </a:lstStyle>
          <a:p>
            <a:pPr lvl="0"/>
            <a:r>
              <a:rPr lang="zh-CN" altLang="en-US" smtClean="0"/>
              <a:t>单击此处编辑标题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  <p:custDataLst>
              <p:tags r:id="rId3"/>
            </p:custDataLst>
          </p:nvPr>
        </p:nvSpPr>
        <p:spPr>
          <a:xfrm>
            <a:off x="914575" y="672112"/>
            <a:ext cx="9170954" cy="3696615"/>
          </a:xfrm>
        </p:spPr>
        <p:txBody>
          <a:bodyPr vert="eaVert" lIns="46800" tIns="46800" rIns="46800" bIns="46800"/>
          <a:lstStyle>
            <a:lvl1pPr marL="167640" indent="-167640">
              <a:spcAft>
                <a:spcPts val="1000"/>
              </a:spcAft>
              <a:defRPr spc="300"/>
            </a:lvl1pPr>
            <a:lvl2pPr marL="504190" indent="-167640">
              <a:defRPr spc="300"/>
            </a:lvl2pPr>
            <a:lvl3pPr marL="840105" indent="-167640">
              <a:defRPr spc="300"/>
            </a:lvl3pPr>
            <a:lvl4pPr marL="1176655" indent="-167640">
              <a:defRPr spc="300"/>
            </a:lvl4pPr>
            <a:lvl5pPr marL="1511935" indent="-167640">
              <a:defRPr spc="300"/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7" name="内容占位符 6"/>
          <p:cNvSpPr>
            <a:spLocks noGrp="1"/>
          </p:cNvSpPr>
          <p:nvPr>
            <p:ph sz="quarter" idx="13"/>
            <p:custDataLst>
              <p:tags r:id="rId5"/>
            </p:custDataLst>
          </p:nvPr>
        </p:nvSpPr>
        <p:spPr>
          <a:xfrm>
            <a:off x="608516" y="568914"/>
            <a:ext cx="10974899" cy="4030025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末尾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5"/>
            </p:custDataLst>
          </p:nvPr>
        </p:nvSpPr>
        <p:spPr>
          <a:xfrm>
            <a:off x="1199029" y="1825816"/>
            <a:ext cx="9801074" cy="748849"/>
          </a:xfrm>
        </p:spPr>
        <p:txBody>
          <a:bodyPr vert="horz" lIns="90000" tIns="46800" rIns="90000" bIns="46800" rtlCol="0" anchor="t" anchorCtr="0">
            <a:normAutofit/>
          </a:bodyPr>
          <a:lstStyle>
            <a:lvl1pPr algn="ctr">
              <a:defRPr sz="4410"/>
            </a:lvl1pPr>
          </a:lstStyle>
          <a:p>
            <a:pPr lvl="0"/>
            <a:r>
              <a:rPr lang="zh-CN" altLang="en-US" smtClean="0"/>
              <a:t>单击此处编辑标题</a:t>
            </a:r>
            <a:endParaRPr lang="zh-CN" altLang="en-US"/>
          </a:p>
        </p:txBody>
      </p:sp>
      <p:sp>
        <p:nvSpPr>
          <p:cNvPr id="7" name="文本占位符 6"/>
          <p:cNvSpPr>
            <a:spLocks noGrp="1"/>
          </p:cNvSpPr>
          <p:nvPr>
            <p:ph type="body" sz="quarter" idx="13"/>
            <p:custDataLst>
              <p:tags r:id="rId6"/>
            </p:custDataLst>
          </p:nvPr>
        </p:nvSpPr>
        <p:spPr>
          <a:xfrm>
            <a:off x="1199029" y="2617003"/>
            <a:ext cx="9801074" cy="346640"/>
          </a:xfrm>
        </p:spPr>
        <p:txBody>
          <a:bodyPr lIns="90000" tIns="46800" rIns="90000" bIns="46800">
            <a:normAutofit/>
          </a:bodyPr>
          <a:lstStyle>
            <a:lvl1pPr algn="ctr">
              <a:lnSpc>
                <a:spcPct val="110000"/>
              </a:lnSpc>
              <a:buNone/>
              <a:defRPr sz="1770" spc="200"/>
            </a:lvl1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8" Type="http://schemas.openxmlformats.org/officeDocument/2006/relationships/theme" Target="../theme/theme1.xml"/><Relationship Id="rId17" Type="http://schemas.openxmlformats.org/officeDocument/2006/relationships/tags" Target="../tags/tag62.xml"/><Relationship Id="rId16" Type="http://schemas.openxmlformats.org/officeDocument/2006/relationships/tags" Target="../tags/tag61.xml"/><Relationship Id="rId15" Type="http://schemas.openxmlformats.org/officeDocument/2006/relationships/tags" Target="../tags/tag60.xml"/><Relationship Id="rId14" Type="http://schemas.openxmlformats.org/officeDocument/2006/relationships/tags" Target="../tags/tag59.xml"/><Relationship Id="rId13" Type="http://schemas.openxmlformats.org/officeDocument/2006/relationships/tags" Target="../tags/tag58.xml"/><Relationship Id="rId12" Type="http://schemas.openxmlformats.org/officeDocument/2006/relationships/tags" Target="../tags/tag57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  <p:custDataLst>
              <p:tags r:id="rId12"/>
            </p:custDataLst>
          </p:nvPr>
        </p:nvSpPr>
        <p:spPr>
          <a:xfrm>
            <a:off x="608516" y="447193"/>
            <a:ext cx="10971298" cy="518638"/>
          </a:xfrm>
          <a:prstGeom prst="rect">
            <a:avLst/>
          </a:prstGeom>
        </p:spPr>
        <p:txBody>
          <a:bodyPr vert="horz" lIns="90170" tIns="46990" rIns="90170" bIns="46990" rtlCol="0" anchor="ctr" anchorCtr="0">
            <a:normAutofit/>
          </a:bodyPr>
          <a:lstStyle/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  <p:custDataLst>
              <p:tags r:id="rId13"/>
            </p:custDataLst>
          </p:nvPr>
        </p:nvSpPr>
        <p:spPr>
          <a:xfrm>
            <a:off x="608516" y="1095489"/>
            <a:ext cx="10971298" cy="3498157"/>
          </a:xfrm>
          <a:prstGeom prst="rect">
            <a:avLst/>
          </a:prstGeo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  <p:custDataLst>
              <p:tags r:id="rId14"/>
            </p:custDataLst>
          </p:nvPr>
        </p:nvSpPr>
        <p:spPr>
          <a:xfrm>
            <a:off x="612117" y="4641277"/>
            <a:ext cx="2700516" cy="23285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735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  <p:custDataLst>
              <p:tags r:id="rId15"/>
            </p:custDataLst>
          </p:nvPr>
        </p:nvSpPr>
        <p:spPr>
          <a:xfrm>
            <a:off x="4116787" y="4641277"/>
            <a:ext cx="3960757" cy="23285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735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  <p:custDataLst>
              <p:tags r:id="rId16"/>
            </p:custDataLst>
          </p:nvPr>
        </p:nvSpPr>
        <p:spPr>
          <a:xfrm>
            <a:off x="8879298" y="4641277"/>
            <a:ext cx="2700516" cy="23285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735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</p:spTree>
    <p:custDataLst>
      <p:tags r:id="rId17"/>
    </p:custData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672465" rtl="0" eaLnBrk="1" fontAlgn="auto" latinLnBrk="0" hangingPunct="1">
        <a:lnSpc>
          <a:spcPct val="100000"/>
        </a:lnSpc>
        <a:spcBef>
          <a:spcPct val="0"/>
        </a:spcBef>
        <a:buNone/>
        <a:defRPr sz="2645" b="0" u="none" strike="noStrike" kern="1200" cap="none" spc="300" normalizeH="0" baseline="0">
          <a:solidFill>
            <a:schemeClr val="tx1">
              <a:lumMod val="85000"/>
              <a:lumOff val="15000"/>
            </a:schemeClr>
          </a:solidFill>
          <a:uFillTx/>
          <a:latin typeface="+mj-lt"/>
          <a:ea typeface="+mj-ea"/>
          <a:cs typeface="+mj-cs"/>
        </a:defRPr>
      </a:lvl1pPr>
    </p:titleStyle>
    <p:bodyStyle>
      <a:lvl1pPr marL="167640" indent="-167640" algn="l" defTabSz="672465" rtl="0" eaLnBrk="1" fontAlgn="auto" latinLnBrk="0" hangingPunct="1">
        <a:lnSpc>
          <a:spcPct val="130000"/>
        </a:lnSpc>
        <a:spcBef>
          <a:spcPts val="0"/>
        </a:spcBef>
        <a:spcAft>
          <a:spcPts val="1000"/>
        </a:spcAft>
        <a:buFont typeface="Arial" panose="020B0604020202020204" pitchFamily="34" charset="0"/>
        <a:buChar char="●"/>
        <a:defRPr sz="132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1pPr>
      <a:lvl2pPr marL="504190" indent="-167640" algn="l" defTabSz="672465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tabLst>
          <a:tab pos="1183005" algn="l"/>
          <a:tab pos="1183005" algn="l"/>
          <a:tab pos="1183005" algn="l"/>
          <a:tab pos="1183005" algn="l"/>
        </a:tabLst>
        <a:defRPr sz="1175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2pPr>
      <a:lvl3pPr marL="840105" indent="-167640" algn="l" defTabSz="672465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defRPr sz="1175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3pPr>
      <a:lvl4pPr marL="1176655" indent="-167640" algn="l" defTabSz="672465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Wingdings" panose="05000000000000000000" charset="0"/>
        <a:buChar char=""/>
        <a:defRPr sz="1035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4pPr>
      <a:lvl5pPr marL="1511935" indent="-167640" algn="l" defTabSz="672465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Arial" panose="020B0604020202020204" pitchFamily="34" charset="0"/>
        <a:buChar char="•"/>
        <a:defRPr sz="1035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5pPr>
      <a:lvl6pPr marL="1848485" indent="-167640" algn="l" defTabSz="672465" rtl="0" eaLnBrk="1" latinLnBrk="0" hangingPunct="1">
        <a:lnSpc>
          <a:spcPct val="90000"/>
        </a:lnSpc>
        <a:spcBef>
          <a:spcPct val="74000"/>
        </a:spcBef>
        <a:buFont typeface="Arial" panose="020B0604020202020204" pitchFamily="34" charset="0"/>
        <a:buChar char="•"/>
        <a:defRPr sz="1320" kern="1200">
          <a:solidFill>
            <a:schemeClr val="tx1"/>
          </a:solidFill>
          <a:latin typeface="+mn-lt"/>
          <a:ea typeface="+mn-ea"/>
          <a:cs typeface="+mn-cs"/>
        </a:defRPr>
      </a:lvl6pPr>
      <a:lvl7pPr marL="2184400" indent="-167640" algn="l" defTabSz="672465" rtl="0" eaLnBrk="1" latinLnBrk="0" hangingPunct="1">
        <a:lnSpc>
          <a:spcPct val="90000"/>
        </a:lnSpc>
        <a:spcBef>
          <a:spcPct val="74000"/>
        </a:spcBef>
        <a:buFont typeface="Arial" panose="020B0604020202020204" pitchFamily="34" charset="0"/>
        <a:buChar char="•"/>
        <a:defRPr sz="1320" kern="1200">
          <a:solidFill>
            <a:schemeClr val="tx1"/>
          </a:solidFill>
          <a:latin typeface="+mn-lt"/>
          <a:ea typeface="+mn-ea"/>
          <a:cs typeface="+mn-cs"/>
        </a:defRPr>
      </a:lvl7pPr>
      <a:lvl8pPr marL="2520315" indent="-167640" algn="l" defTabSz="672465" rtl="0" eaLnBrk="1" latinLnBrk="0" hangingPunct="1">
        <a:lnSpc>
          <a:spcPct val="90000"/>
        </a:lnSpc>
        <a:spcBef>
          <a:spcPct val="74000"/>
        </a:spcBef>
        <a:buFont typeface="Arial" panose="020B0604020202020204" pitchFamily="34" charset="0"/>
        <a:buChar char="•"/>
        <a:defRPr sz="1320" kern="1200">
          <a:solidFill>
            <a:schemeClr val="tx1"/>
          </a:solidFill>
          <a:latin typeface="+mn-lt"/>
          <a:ea typeface="+mn-ea"/>
          <a:cs typeface="+mn-cs"/>
        </a:defRPr>
      </a:lvl8pPr>
      <a:lvl9pPr marL="2856865" indent="-167640" algn="l" defTabSz="672465" rtl="0" eaLnBrk="1" latinLnBrk="0" hangingPunct="1">
        <a:lnSpc>
          <a:spcPct val="90000"/>
        </a:lnSpc>
        <a:spcBef>
          <a:spcPct val="74000"/>
        </a:spcBef>
        <a:buFont typeface="Arial" panose="020B0604020202020204" pitchFamily="34" charset="0"/>
        <a:buChar char="•"/>
        <a:defRPr sz="132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672465" rtl="0" eaLnBrk="1" latinLnBrk="0" hangingPunct="1">
        <a:defRPr sz="1320" kern="1200">
          <a:solidFill>
            <a:schemeClr val="tx1"/>
          </a:solidFill>
          <a:latin typeface="+mn-lt"/>
          <a:ea typeface="+mn-ea"/>
          <a:cs typeface="+mn-cs"/>
        </a:defRPr>
      </a:lvl1pPr>
      <a:lvl2pPr marL="335915" algn="l" defTabSz="672465" rtl="0" eaLnBrk="1" latinLnBrk="0" hangingPunct="1">
        <a:defRPr sz="1320" kern="1200">
          <a:solidFill>
            <a:schemeClr val="tx1"/>
          </a:solidFill>
          <a:latin typeface="+mn-lt"/>
          <a:ea typeface="+mn-ea"/>
          <a:cs typeface="+mn-cs"/>
        </a:defRPr>
      </a:lvl2pPr>
      <a:lvl3pPr marL="672465" algn="l" defTabSz="672465" rtl="0" eaLnBrk="1" latinLnBrk="0" hangingPunct="1">
        <a:defRPr sz="1320" kern="1200">
          <a:solidFill>
            <a:schemeClr val="tx1"/>
          </a:solidFill>
          <a:latin typeface="+mn-lt"/>
          <a:ea typeface="+mn-ea"/>
          <a:cs typeface="+mn-cs"/>
        </a:defRPr>
      </a:lvl3pPr>
      <a:lvl4pPr marL="1007745" algn="l" defTabSz="672465" rtl="0" eaLnBrk="1" latinLnBrk="0" hangingPunct="1">
        <a:defRPr sz="1320" kern="1200">
          <a:solidFill>
            <a:schemeClr val="tx1"/>
          </a:solidFill>
          <a:latin typeface="+mn-lt"/>
          <a:ea typeface="+mn-ea"/>
          <a:cs typeface="+mn-cs"/>
        </a:defRPr>
      </a:lvl4pPr>
      <a:lvl5pPr marL="1344295" algn="l" defTabSz="672465" rtl="0" eaLnBrk="1" latinLnBrk="0" hangingPunct="1">
        <a:defRPr sz="1320" kern="1200">
          <a:solidFill>
            <a:schemeClr val="tx1"/>
          </a:solidFill>
          <a:latin typeface="+mn-lt"/>
          <a:ea typeface="+mn-ea"/>
          <a:cs typeface="+mn-cs"/>
        </a:defRPr>
      </a:lvl5pPr>
      <a:lvl6pPr marL="1680210" algn="l" defTabSz="672465" rtl="0" eaLnBrk="1" latinLnBrk="0" hangingPunct="1">
        <a:defRPr sz="1320" kern="1200">
          <a:solidFill>
            <a:schemeClr val="tx1"/>
          </a:solidFill>
          <a:latin typeface="+mn-lt"/>
          <a:ea typeface="+mn-ea"/>
          <a:cs typeface="+mn-cs"/>
        </a:defRPr>
      </a:lvl6pPr>
      <a:lvl7pPr marL="2016760" algn="l" defTabSz="672465" rtl="0" eaLnBrk="1" latinLnBrk="0" hangingPunct="1">
        <a:defRPr sz="1320" kern="1200">
          <a:solidFill>
            <a:schemeClr val="tx1"/>
          </a:solidFill>
          <a:latin typeface="+mn-lt"/>
          <a:ea typeface="+mn-ea"/>
          <a:cs typeface="+mn-cs"/>
        </a:defRPr>
      </a:lvl7pPr>
      <a:lvl8pPr marL="2352040" algn="l" defTabSz="672465" rtl="0" eaLnBrk="1" latinLnBrk="0" hangingPunct="1">
        <a:defRPr sz="1320" kern="1200">
          <a:solidFill>
            <a:schemeClr val="tx1"/>
          </a:solidFill>
          <a:latin typeface="+mn-lt"/>
          <a:ea typeface="+mn-ea"/>
          <a:cs typeface="+mn-cs"/>
        </a:defRPr>
      </a:lvl8pPr>
      <a:lvl9pPr marL="2689225" algn="l" defTabSz="672465" rtl="0" eaLnBrk="1" latinLnBrk="0" hangingPunct="1">
        <a:defRPr sz="132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9" Type="http://schemas.openxmlformats.org/officeDocument/2006/relationships/image" Target="../media/image4.jpeg"/><Relationship Id="rId8" Type="http://schemas.openxmlformats.org/officeDocument/2006/relationships/image" Target="../media/image3.png"/><Relationship Id="rId7" Type="http://schemas.openxmlformats.org/officeDocument/2006/relationships/image" Target="../media/image2.jpeg"/><Relationship Id="rId6" Type="http://schemas.openxmlformats.org/officeDocument/2006/relationships/tags" Target="../tags/tag67.xml"/><Relationship Id="rId5" Type="http://schemas.openxmlformats.org/officeDocument/2006/relationships/tags" Target="../tags/tag66.xml"/><Relationship Id="rId4" Type="http://schemas.openxmlformats.org/officeDocument/2006/relationships/tags" Target="../tags/tag65.xml"/><Relationship Id="rId3" Type="http://schemas.openxmlformats.org/officeDocument/2006/relationships/tags" Target="../tags/tag64.xml"/><Relationship Id="rId2" Type="http://schemas.openxmlformats.org/officeDocument/2006/relationships/tags" Target="../tags/tag63.xml"/><Relationship Id="rId12" Type="http://schemas.openxmlformats.org/officeDocument/2006/relationships/slideLayout" Target="../slideLayouts/slideLayout2.xml"/><Relationship Id="rId11" Type="http://schemas.openxmlformats.org/officeDocument/2006/relationships/tags" Target="../tags/tag68.xml"/><Relationship Id="rId10" Type="http://schemas.openxmlformats.org/officeDocument/2006/relationships/image" Target="../media/image5.png"/><Relationship Id="rId1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tags" Target="../tags/tag69.xml"/></Relationships>
</file>

<file path=ppt/slides/_rels/slide3.xml.rels><?xml version="1.0" encoding="UTF-8" standalone="yes"?>
<Relationships xmlns="http://schemas.openxmlformats.org/package/2006/relationships"><Relationship Id="rId9" Type="http://schemas.openxmlformats.org/officeDocument/2006/relationships/image" Target="../media/image14.png"/><Relationship Id="rId8" Type="http://schemas.openxmlformats.org/officeDocument/2006/relationships/image" Target="../media/image13.png"/><Relationship Id="rId7" Type="http://schemas.openxmlformats.org/officeDocument/2006/relationships/image" Target="../media/image12.png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Relationship Id="rId3" Type="http://schemas.openxmlformats.org/officeDocument/2006/relationships/image" Target="../media/image8.png"/><Relationship Id="rId24" Type="http://schemas.openxmlformats.org/officeDocument/2006/relationships/slideLayout" Target="../slideLayouts/slideLayout1.xml"/><Relationship Id="rId23" Type="http://schemas.openxmlformats.org/officeDocument/2006/relationships/tags" Target="../tags/tag73.xml"/><Relationship Id="rId22" Type="http://schemas.openxmlformats.org/officeDocument/2006/relationships/image" Target="../media/image23.png"/><Relationship Id="rId21" Type="http://schemas.openxmlformats.org/officeDocument/2006/relationships/image" Target="../media/image22.png"/><Relationship Id="rId20" Type="http://schemas.openxmlformats.org/officeDocument/2006/relationships/tags" Target="../tags/tag72.xml"/><Relationship Id="rId2" Type="http://schemas.openxmlformats.org/officeDocument/2006/relationships/image" Target="../media/image7.png"/><Relationship Id="rId19" Type="http://schemas.openxmlformats.org/officeDocument/2006/relationships/image" Target="../media/image21.jpeg"/><Relationship Id="rId18" Type="http://schemas.openxmlformats.org/officeDocument/2006/relationships/tags" Target="../tags/tag71.xml"/><Relationship Id="rId17" Type="http://schemas.openxmlformats.org/officeDocument/2006/relationships/tags" Target="../tags/tag70.xml"/><Relationship Id="rId16" Type="http://schemas.openxmlformats.org/officeDocument/2006/relationships/image" Target="../media/image20.jpeg"/><Relationship Id="rId15" Type="http://schemas.openxmlformats.org/officeDocument/2006/relationships/image" Target="../media/image19.png"/><Relationship Id="rId14" Type="http://schemas.openxmlformats.org/officeDocument/2006/relationships/image" Target="../media/image18.png"/><Relationship Id="rId13" Type="http://schemas.openxmlformats.org/officeDocument/2006/relationships/image" Target="../media/image17.png"/><Relationship Id="rId12" Type="http://schemas.openxmlformats.org/officeDocument/2006/relationships/image" Target="../media/image16.jpeg"/><Relationship Id="rId11" Type="http://schemas.openxmlformats.org/officeDocument/2006/relationships/image" Target="../media/image1.png"/><Relationship Id="rId10" Type="http://schemas.openxmlformats.org/officeDocument/2006/relationships/image" Target="../media/image15.png"/><Relationship Id="rId1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grpSp>
        <p:nvGrpSpPr>
          <p:cNvPr id="271" name="组合 270"/>
          <p:cNvGrpSpPr/>
          <p:nvPr/>
        </p:nvGrpSpPr>
        <p:grpSpPr>
          <a:xfrm>
            <a:off x="262786" y="45275"/>
            <a:ext cx="2060575" cy="1807210"/>
            <a:chOff x="1028" y="1679"/>
            <a:chExt cx="3245" cy="2846"/>
          </a:xfrm>
        </p:grpSpPr>
        <p:grpSp>
          <p:nvGrpSpPr>
            <p:cNvPr id="15" name="组合 14"/>
            <p:cNvGrpSpPr/>
            <p:nvPr/>
          </p:nvGrpSpPr>
          <p:grpSpPr>
            <a:xfrm>
              <a:off x="2549" y="1679"/>
              <a:ext cx="1724" cy="1526"/>
              <a:chOff x="2168" y="6746"/>
              <a:chExt cx="1724" cy="1526"/>
            </a:xfrm>
          </p:grpSpPr>
          <p:sp>
            <p:nvSpPr>
              <p:cNvPr id="14" name="矩形 13"/>
              <p:cNvSpPr/>
              <p:nvPr/>
            </p:nvSpPr>
            <p:spPr>
              <a:xfrm>
                <a:off x="2168" y="6746"/>
                <a:ext cx="1725" cy="1527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/>
              </a:p>
            </p:txBody>
          </p:sp>
          <p:pic>
            <p:nvPicPr>
              <p:cNvPr id="13" name="图片 12"/>
              <p:cNvPicPr>
                <a:picLocks noChangeAspect="1"/>
              </p:cNvPicPr>
              <p:nvPr/>
            </p:nvPicPr>
            <p:blipFill>
              <a:blip r:embed="rId1"/>
              <a:stretch>
                <a:fillRect/>
              </a:stretch>
            </p:blipFill>
            <p:spPr>
              <a:xfrm>
                <a:off x="2307" y="6793"/>
                <a:ext cx="1476" cy="1435"/>
              </a:xfrm>
              <a:prstGeom prst="rect">
                <a:avLst/>
              </a:prstGeom>
            </p:spPr>
          </p:pic>
        </p:grpSp>
        <p:grpSp>
          <p:nvGrpSpPr>
            <p:cNvPr id="16" name="组合 15"/>
            <p:cNvGrpSpPr/>
            <p:nvPr/>
          </p:nvGrpSpPr>
          <p:grpSpPr>
            <a:xfrm>
              <a:off x="2295" y="1895"/>
              <a:ext cx="1724" cy="1526"/>
              <a:chOff x="2168" y="6746"/>
              <a:chExt cx="1724" cy="1526"/>
            </a:xfrm>
          </p:grpSpPr>
          <p:sp>
            <p:nvSpPr>
              <p:cNvPr id="17" name="矩形 16"/>
              <p:cNvSpPr/>
              <p:nvPr/>
            </p:nvSpPr>
            <p:spPr>
              <a:xfrm>
                <a:off x="2168" y="6746"/>
                <a:ext cx="1725" cy="1527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/>
              </a:p>
            </p:txBody>
          </p:sp>
          <p:pic>
            <p:nvPicPr>
              <p:cNvPr id="18" name="图片 17"/>
              <p:cNvPicPr>
                <a:picLocks noChangeAspect="1"/>
              </p:cNvPicPr>
              <p:nvPr/>
            </p:nvPicPr>
            <p:blipFill>
              <a:blip r:embed="rId1"/>
              <a:stretch>
                <a:fillRect/>
              </a:stretch>
            </p:blipFill>
            <p:spPr>
              <a:xfrm>
                <a:off x="2307" y="6793"/>
                <a:ext cx="1476" cy="1435"/>
              </a:xfrm>
              <a:prstGeom prst="rect">
                <a:avLst/>
              </a:prstGeom>
            </p:spPr>
          </p:pic>
        </p:grpSp>
        <p:grpSp>
          <p:nvGrpSpPr>
            <p:cNvPr id="19" name="组合 18"/>
            <p:cNvGrpSpPr/>
            <p:nvPr/>
          </p:nvGrpSpPr>
          <p:grpSpPr>
            <a:xfrm>
              <a:off x="2017" y="2092"/>
              <a:ext cx="1724" cy="1526"/>
              <a:chOff x="2168" y="6746"/>
              <a:chExt cx="1724" cy="1526"/>
            </a:xfrm>
          </p:grpSpPr>
          <p:sp>
            <p:nvSpPr>
              <p:cNvPr id="20" name="矩形 19"/>
              <p:cNvSpPr/>
              <p:nvPr/>
            </p:nvSpPr>
            <p:spPr>
              <a:xfrm>
                <a:off x="2168" y="6746"/>
                <a:ext cx="1725" cy="1527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/>
              </a:p>
            </p:txBody>
          </p:sp>
          <p:pic>
            <p:nvPicPr>
              <p:cNvPr id="21" name="图片 20"/>
              <p:cNvPicPr>
                <a:picLocks noChangeAspect="1"/>
              </p:cNvPicPr>
              <p:nvPr/>
            </p:nvPicPr>
            <p:blipFill>
              <a:blip r:embed="rId1"/>
              <a:stretch>
                <a:fillRect/>
              </a:stretch>
            </p:blipFill>
            <p:spPr>
              <a:xfrm>
                <a:off x="2307" y="6793"/>
                <a:ext cx="1476" cy="1435"/>
              </a:xfrm>
              <a:prstGeom prst="rect">
                <a:avLst/>
              </a:prstGeom>
            </p:spPr>
          </p:pic>
        </p:grpSp>
        <p:grpSp>
          <p:nvGrpSpPr>
            <p:cNvPr id="22" name="组合 21"/>
            <p:cNvGrpSpPr/>
            <p:nvPr/>
          </p:nvGrpSpPr>
          <p:grpSpPr>
            <a:xfrm>
              <a:off x="1028" y="2999"/>
              <a:ext cx="1724" cy="1526"/>
              <a:chOff x="2168" y="6746"/>
              <a:chExt cx="1724" cy="1526"/>
            </a:xfrm>
          </p:grpSpPr>
          <p:sp>
            <p:nvSpPr>
              <p:cNvPr id="23" name="矩形 22"/>
              <p:cNvSpPr/>
              <p:nvPr/>
            </p:nvSpPr>
            <p:spPr>
              <a:xfrm>
                <a:off x="2168" y="6746"/>
                <a:ext cx="1725" cy="1527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/>
              </a:p>
            </p:txBody>
          </p:sp>
          <p:pic>
            <p:nvPicPr>
              <p:cNvPr id="24" name="图片 23"/>
              <p:cNvPicPr>
                <a:picLocks noChangeAspect="1"/>
              </p:cNvPicPr>
              <p:nvPr/>
            </p:nvPicPr>
            <p:blipFill>
              <a:blip r:embed="rId1"/>
              <a:stretch>
                <a:fillRect/>
              </a:stretch>
            </p:blipFill>
            <p:spPr>
              <a:xfrm>
                <a:off x="2307" y="6793"/>
                <a:ext cx="1476" cy="1435"/>
              </a:xfrm>
              <a:prstGeom prst="rect">
                <a:avLst/>
              </a:prstGeom>
            </p:spPr>
          </p:pic>
        </p:grpSp>
        <p:sp>
          <p:nvSpPr>
            <p:cNvPr id="25" name="文本框 24"/>
            <p:cNvSpPr txBox="1"/>
            <p:nvPr/>
          </p:nvSpPr>
          <p:spPr>
            <a:xfrm rot="18540000">
              <a:off x="2486" y="3299"/>
              <a:ext cx="764" cy="855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p>
              <a:r>
                <a:rPr lang="en-US" altLang="zh-CN" sz="2800">
                  <a:solidFill>
                    <a:schemeClr val="accent1"/>
                  </a:solidFill>
                  <a:latin typeface="Times New Roman" panose="02020603050405020304" charset="0"/>
                  <a:ea typeface="微软雅黑" panose="020B0503020204020204" charset="-122"/>
                  <a:cs typeface="Times New Roman" panose="02020603050405020304" charset="0"/>
                </a:rPr>
                <a:t>...</a:t>
              </a:r>
              <a:endParaRPr lang="en-US" altLang="zh-CN" sz="2800">
                <a:solidFill>
                  <a:schemeClr val="accent1"/>
                </a:solidFill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</a:endParaRPr>
            </a:p>
          </p:txBody>
        </p:sp>
      </p:grpSp>
      <p:sp>
        <p:nvSpPr>
          <p:cNvPr id="29" name="矩形 28"/>
          <p:cNvSpPr/>
          <p:nvPr/>
        </p:nvSpPr>
        <p:spPr>
          <a:xfrm>
            <a:off x="3498850" y="344805"/>
            <a:ext cx="1520825" cy="1113790"/>
          </a:xfrm>
          <a:prstGeom prst="rect">
            <a:avLst/>
          </a:prstGeom>
          <a:noFill/>
          <a:ln w="15875">
            <a:solidFill>
              <a:schemeClr val="tx1"/>
            </a:solidFill>
          </a:ln>
        </p:spPr>
        <p:style>
          <a:lnRef idx="0">
            <a:srgbClr val="FFFFFF"/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 sz="1400">
                <a:solidFill>
                  <a:schemeClr val="tx1"/>
                </a:solidFill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</a:rPr>
              <a:t>Domain Specific</a:t>
            </a:r>
            <a:endParaRPr lang="en-US" altLang="zh-CN" sz="1400">
              <a:solidFill>
                <a:schemeClr val="tx1"/>
              </a:solidFill>
              <a:latin typeface="Times New Roman" panose="02020603050405020304" charset="0"/>
              <a:ea typeface="微软雅黑" panose="020B0503020204020204" charset="-122"/>
              <a:cs typeface="Times New Roman" panose="02020603050405020304" charset="0"/>
            </a:endParaRPr>
          </a:p>
          <a:p>
            <a:pPr algn="ctr"/>
            <a:r>
              <a:rPr lang="en-US" altLang="zh-CN" sz="1400">
                <a:solidFill>
                  <a:schemeClr val="tx1"/>
                </a:solidFill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</a:rPr>
              <a:t>Feature Extraction</a:t>
            </a:r>
            <a:endParaRPr lang="en-US" altLang="zh-CN" sz="1400">
              <a:solidFill>
                <a:schemeClr val="tx1"/>
              </a:solidFill>
              <a:latin typeface="Times New Roman" panose="02020603050405020304" charset="0"/>
              <a:ea typeface="微软雅黑" panose="020B0503020204020204" charset="-122"/>
              <a:cs typeface="Times New Roman" panose="02020603050405020304" charset="0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altLang="zh-CN" sz="900">
                <a:solidFill>
                  <a:schemeClr val="tx1"/>
                </a:solidFill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  <a:sym typeface="+mn-ea"/>
              </a:rPr>
              <a:t>MI: CSP</a:t>
            </a:r>
            <a:endParaRPr lang="en-US" altLang="zh-CN" sz="900">
              <a:solidFill>
                <a:schemeClr val="tx1"/>
              </a:solidFill>
              <a:latin typeface="Times New Roman" panose="02020603050405020304" charset="0"/>
              <a:ea typeface="微软雅黑" panose="020B0503020204020204" charset="-122"/>
              <a:cs typeface="Times New Roman" panose="02020603050405020304" charset="0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altLang="zh-CN" sz="900">
                <a:solidFill>
                  <a:schemeClr val="tx1"/>
                </a:solidFill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  <a:sym typeface="+mn-ea"/>
              </a:rPr>
              <a:t>Sleep: PSD</a:t>
            </a:r>
            <a:endParaRPr lang="en-US" altLang="zh-CN" sz="900">
              <a:solidFill>
                <a:schemeClr val="tx1"/>
              </a:solidFill>
              <a:latin typeface="Times New Roman" panose="02020603050405020304" charset="0"/>
              <a:ea typeface="微软雅黑" panose="020B0503020204020204" charset="-122"/>
              <a:cs typeface="Times New Roman" panose="02020603050405020304" charset="0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altLang="zh-CN" sz="900">
                <a:solidFill>
                  <a:schemeClr val="tx1"/>
                </a:solidFill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  <a:sym typeface="+mn-ea"/>
              </a:rPr>
              <a:t>Epilepsy: Band Power</a:t>
            </a:r>
            <a:endParaRPr lang="en-US" altLang="zh-CN" sz="900">
              <a:solidFill>
                <a:schemeClr val="tx1"/>
              </a:solidFill>
              <a:latin typeface="Times New Roman" panose="02020603050405020304" charset="0"/>
              <a:ea typeface="微软雅黑" panose="020B0503020204020204" charset="-122"/>
              <a:cs typeface="Times New Roman" panose="02020603050405020304" charset="0"/>
              <a:sym typeface="+mn-ea"/>
            </a:endParaRPr>
          </a:p>
        </p:txBody>
      </p:sp>
      <p:grpSp>
        <p:nvGrpSpPr>
          <p:cNvPr id="270" name="组合 269"/>
          <p:cNvGrpSpPr/>
          <p:nvPr/>
        </p:nvGrpSpPr>
        <p:grpSpPr>
          <a:xfrm>
            <a:off x="6033666" y="192595"/>
            <a:ext cx="2214880" cy="1123950"/>
            <a:chOff x="6760" y="2566"/>
            <a:chExt cx="3488" cy="1770"/>
          </a:xfrm>
        </p:grpSpPr>
        <p:grpSp>
          <p:nvGrpSpPr>
            <p:cNvPr id="43" name="组合 42"/>
            <p:cNvGrpSpPr/>
            <p:nvPr/>
          </p:nvGrpSpPr>
          <p:grpSpPr>
            <a:xfrm>
              <a:off x="8056" y="2566"/>
              <a:ext cx="2192" cy="366"/>
              <a:chOff x="8546" y="4003"/>
              <a:chExt cx="2192" cy="366"/>
            </a:xfrm>
          </p:grpSpPr>
          <p:sp>
            <p:nvSpPr>
              <p:cNvPr id="44" name="矩形 43"/>
              <p:cNvSpPr/>
              <p:nvPr/>
            </p:nvSpPr>
            <p:spPr>
              <a:xfrm>
                <a:off x="8546" y="4003"/>
                <a:ext cx="2192" cy="366"/>
              </a:xfrm>
              <a:prstGeom prst="rect">
                <a:avLst/>
              </a:prstGeom>
              <a:solidFill>
                <a:srgbClr val="59AAF2"/>
              </a:solidFill>
              <a:ln>
                <a:solidFill>
                  <a:srgbClr val="4485C1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/>
              </a:p>
            </p:txBody>
          </p:sp>
          <p:sp>
            <p:nvSpPr>
              <p:cNvPr id="45" name="椭圆 44"/>
              <p:cNvSpPr/>
              <p:nvPr/>
            </p:nvSpPr>
            <p:spPr>
              <a:xfrm>
                <a:off x="8622" y="4028"/>
                <a:ext cx="312" cy="312"/>
              </a:xfrm>
              <a:prstGeom prst="ellipse">
                <a:avLst/>
              </a:prstGeom>
              <a:solidFill>
                <a:srgbClr val="B3DDF2"/>
              </a:solidFill>
              <a:ln>
                <a:solidFill>
                  <a:srgbClr val="4393D9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/>
              </a:p>
            </p:txBody>
          </p:sp>
          <p:sp>
            <p:nvSpPr>
              <p:cNvPr id="46" name="椭圆 45"/>
              <p:cNvSpPr/>
              <p:nvPr/>
            </p:nvSpPr>
            <p:spPr>
              <a:xfrm>
                <a:off x="9050" y="4028"/>
                <a:ext cx="312" cy="312"/>
              </a:xfrm>
              <a:prstGeom prst="ellipse">
                <a:avLst/>
              </a:prstGeom>
              <a:solidFill>
                <a:srgbClr val="B3DDF2"/>
              </a:solidFill>
              <a:ln>
                <a:solidFill>
                  <a:srgbClr val="4393D9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/>
              </a:p>
            </p:txBody>
          </p:sp>
          <p:sp>
            <p:nvSpPr>
              <p:cNvPr id="47" name="椭圆 46"/>
              <p:cNvSpPr/>
              <p:nvPr/>
            </p:nvSpPr>
            <p:spPr>
              <a:xfrm>
                <a:off x="9478" y="4028"/>
                <a:ext cx="312" cy="312"/>
              </a:xfrm>
              <a:prstGeom prst="ellipse">
                <a:avLst/>
              </a:prstGeom>
              <a:solidFill>
                <a:srgbClr val="B3DDF2"/>
              </a:solidFill>
              <a:ln>
                <a:solidFill>
                  <a:srgbClr val="4393D9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/>
              </a:p>
            </p:txBody>
          </p:sp>
          <p:sp>
            <p:nvSpPr>
              <p:cNvPr id="48" name="椭圆 47"/>
              <p:cNvSpPr/>
              <p:nvPr/>
            </p:nvSpPr>
            <p:spPr>
              <a:xfrm>
                <a:off x="9906" y="4028"/>
                <a:ext cx="312" cy="312"/>
              </a:xfrm>
              <a:prstGeom prst="ellipse">
                <a:avLst/>
              </a:prstGeom>
              <a:solidFill>
                <a:srgbClr val="B3DDF2"/>
              </a:solidFill>
              <a:ln>
                <a:solidFill>
                  <a:srgbClr val="4393D9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/>
              </a:p>
            </p:txBody>
          </p:sp>
          <p:sp>
            <p:nvSpPr>
              <p:cNvPr id="49" name="椭圆 48"/>
              <p:cNvSpPr/>
              <p:nvPr/>
            </p:nvSpPr>
            <p:spPr>
              <a:xfrm>
                <a:off x="10334" y="4028"/>
                <a:ext cx="312" cy="312"/>
              </a:xfrm>
              <a:prstGeom prst="ellipse">
                <a:avLst/>
              </a:prstGeom>
              <a:solidFill>
                <a:srgbClr val="B3DDF2"/>
              </a:solidFill>
              <a:ln>
                <a:solidFill>
                  <a:srgbClr val="4393D9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/>
              </a:p>
            </p:txBody>
          </p:sp>
        </p:grpSp>
        <p:grpSp>
          <p:nvGrpSpPr>
            <p:cNvPr id="50" name="组合 49"/>
            <p:cNvGrpSpPr/>
            <p:nvPr/>
          </p:nvGrpSpPr>
          <p:grpSpPr>
            <a:xfrm>
              <a:off x="7820" y="2780"/>
              <a:ext cx="2192" cy="366"/>
              <a:chOff x="8546" y="4003"/>
              <a:chExt cx="2192" cy="366"/>
            </a:xfrm>
          </p:grpSpPr>
          <p:sp>
            <p:nvSpPr>
              <p:cNvPr id="51" name="矩形 50"/>
              <p:cNvSpPr/>
              <p:nvPr/>
            </p:nvSpPr>
            <p:spPr>
              <a:xfrm>
                <a:off x="8546" y="4003"/>
                <a:ext cx="2192" cy="366"/>
              </a:xfrm>
              <a:prstGeom prst="rect">
                <a:avLst/>
              </a:prstGeom>
              <a:solidFill>
                <a:srgbClr val="59AAF2"/>
              </a:solidFill>
              <a:ln>
                <a:solidFill>
                  <a:srgbClr val="4485C1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/>
              </a:p>
            </p:txBody>
          </p:sp>
          <p:sp>
            <p:nvSpPr>
              <p:cNvPr id="52" name="椭圆 51"/>
              <p:cNvSpPr/>
              <p:nvPr/>
            </p:nvSpPr>
            <p:spPr>
              <a:xfrm>
                <a:off x="8622" y="4028"/>
                <a:ext cx="312" cy="312"/>
              </a:xfrm>
              <a:prstGeom prst="ellipse">
                <a:avLst/>
              </a:prstGeom>
              <a:solidFill>
                <a:srgbClr val="B3DDF2"/>
              </a:solidFill>
              <a:ln>
                <a:solidFill>
                  <a:srgbClr val="4393D9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/>
              </a:p>
            </p:txBody>
          </p:sp>
          <p:sp>
            <p:nvSpPr>
              <p:cNvPr id="53" name="椭圆 52"/>
              <p:cNvSpPr/>
              <p:nvPr/>
            </p:nvSpPr>
            <p:spPr>
              <a:xfrm>
                <a:off x="9050" y="4028"/>
                <a:ext cx="312" cy="312"/>
              </a:xfrm>
              <a:prstGeom prst="ellipse">
                <a:avLst/>
              </a:prstGeom>
              <a:solidFill>
                <a:srgbClr val="B3DDF2"/>
              </a:solidFill>
              <a:ln>
                <a:solidFill>
                  <a:srgbClr val="4393D9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/>
              </a:p>
            </p:txBody>
          </p:sp>
          <p:sp>
            <p:nvSpPr>
              <p:cNvPr id="54" name="椭圆 53"/>
              <p:cNvSpPr/>
              <p:nvPr/>
            </p:nvSpPr>
            <p:spPr>
              <a:xfrm>
                <a:off x="9478" y="4028"/>
                <a:ext cx="312" cy="312"/>
              </a:xfrm>
              <a:prstGeom prst="ellipse">
                <a:avLst/>
              </a:prstGeom>
              <a:solidFill>
                <a:srgbClr val="B3DDF2"/>
              </a:solidFill>
              <a:ln>
                <a:solidFill>
                  <a:srgbClr val="4393D9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/>
              </a:p>
            </p:txBody>
          </p:sp>
          <p:sp>
            <p:nvSpPr>
              <p:cNvPr id="55" name="椭圆 54"/>
              <p:cNvSpPr/>
              <p:nvPr/>
            </p:nvSpPr>
            <p:spPr>
              <a:xfrm>
                <a:off x="9906" y="4028"/>
                <a:ext cx="312" cy="312"/>
              </a:xfrm>
              <a:prstGeom prst="ellipse">
                <a:avLst/>
              </a:prstGeom>
              <a:solidFill>
                <a:srgbClr val="B3DDF2"/>
              </a:solidFill>
              <a:ln>
                <a:solidFill>
                  <a:srgbClr val="4393D9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/>
              </a:p>
            </p:txBody>
          </p:sp>
          <p:sp>
            <p:nvSpPr>
              <p:cNvPr id="56" name="椭圆 55"/>
              <p:cNvSpPr/>
              <p:nvPr/>
            </p:nvSpPr>
            <p:spPr>
              <a:xfrm>
                <a:off x="10334" y="4028"/>
                <a:ext cx="312" cy="312"/>
              </a:xfrm>
              <a:prstGeom prst="ellipse">
                <a:avLst/>
              </a:prstGeom>
              <a:solidFill>
                <a:srgbClr val="B3DDF2"/>
              </a:solidFill>
              <a:ln>
                <a:solidFill>
                  <a:srgbClr val="4393D9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/>
              </a:p>
            </p:txBody>
          </p:sp>
        </p:grpSp>
        <p:grpSp>
          <p:nvGrpSpPr>
            <p:cNvPr id="57" name="组合 56"/>
            <p:cNvGrpSpPr/>
            <p:nvPr/>
          </p:nvGrpSpPr>
          <p:grpSpPr>
            <a:xfrm>
              <a:off x="7568" y="2982"/>
              <a:ext cx="2192" cy="366"/>
              <a:chOff x="8546" y="4003"/>
              <a:chExt cx="2192" cy="366"/>
            </a:xfrm>
          </p:grpSpPr>
          <p:sp>
            <p:nvSpPr>
              <p:cNvPr id="58" name="矩形 57"/>
              <p:cNvSpPr/>
              <p:nvPr/>
            </p:nvSpPr>
            <p:spPr>
              <a:xfrm>
                <a:off x="8546" y="4003"/>
                <a:ext cx="2192" cy="366"/>
              </a:xfrm>
              <a:prstGeom prst="rect">
                <a:avLst/>
              </a:prstGeom>
              <a:solidFill>
                <a:srgbClr val="59AAF2"/>
              </a:solidFill>
              <a:ln>
                <a:solidFill>
                  <a:srgbClr val="4485C1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/>
              </a:p>
            </p:txBody>
          </p:sp>
          <p:sp>
            <p:nvSpPr>
              <p:cNvPr id="59" name="椭圆 58"/>
              <p:cNvSpPr/>
              <p:nvPr/>
            </p:nvSpPr>
            <p:spPr>
              <a:xfrm>
                <a:off x="8622" y="4028"/>
                <a:ext cx="312" cy="312"/>
              </a:xfrm>
              <a:prstGeom prst="ellipse">
                <a:avLst/>
              </a:prstGeom>
              <a:solidFill>
                <a:srgbClr val="B3DDF2"/>
              </a:solidFill>
              <a:ln>
                <a:solidFill>
                  <a:srgbClr val="4393D9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/>
              </a:p>
            </p:txBody>
          </p:sp>
          <p:sp>
            <p:nvSpPr>
              <p:cNvPr id="60" name="椭圆 59"/>
              <p:cNvSpPr/>
              <p:nvPr/>
            </p:nvSpPr>
            <p:spPr>
              <a:xfrm>
                <a:off x="9050" y="4028"/>
                <a:ext cx="312" cy="312"/>
              </a:xfrm>
              <a:prstGeom prst="ellipse">
                <a:avLst/>
              </a:prstGeom>
              <a:solidFill>
                <a:srgbClr val="B3DDF2"/>
              </a:solidFill>
              <a:ln>
                <a:solidFill>
                  <a:srgbClr val="4393D9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/>
              </a:p>
            </p:txBody>
          </p:sp>
          <p:sp>
            <p:nvSpPr>
              <p:cNvPr id="61" name="椭圆 60"/>
              <p:cNvSpPr/>
              <p:nvPr/>
            </p:nvSpPr>
            <p:spPr>
              <a:xfrm>
                <a:off x="9478" y="4028"/>
                <a:ext cx="312" cy="312"/>
              </a:xfrm>
              <a:prstGeom prst="ellipse">
                <a:avLst/>
              </a:prstGeom>
              <a:solidFill>
                <a:srgbClr val="B3DDF2"/>
              </a:solidFill>
              <a:ln>
                <a:solidFill>
                  <a:srgbClr val="4393D9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/>
              </a:p>
            </p:txBody>
          </p:sp>
          <p:sp>
            <p:nvSpPr>
              <p:cNvPr id="62" name="椭圆 61"/>
              <p:cNvSpPr/>
              <p:nvPr/>
            </p:nvSpPr>
            <p:spPr>
              <a:xfrm>
                <a:off x="9906" y="4028"/>
                <a:ext cx="312" cy="312"/>
              </a:xfrm>
              <a:prstGeom prst="ellipse">
                <a:avLst/>
              </a:prstGeom>
              <a:solidFill>
                <a:srgbClr val="B3DDF2"/>
              </a:solidFill>
              <a:ln>
                <a:solidFill>
                  <a:srgbClr val="4393D9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/>
              </a:p>
            </p:txBody>
          </p:sp>
          <p:sp>
            <p:nvSpPr>
              <p:cNvPr id="63" name="椭圆 62"/>
              <p:cNvSpPr/>
              <p:nvPr/>
            </p:nvSpPr>
            <p:spPr>
              <a:xfrm>
                <a:off x="10334" y="4028"/>
                <a:ext cx="312" cy="312"/>
              </a:xfrm>
              <a:prstGeom prst="ellipse">
                <a:avLst/>
              </a:prstGeom>
              <a:solidFill>
                <a:srgbClr val="B3DDF2"/>
              </a:solidFill>
              <a:ln>
                <a:solidFill>
                  <a:srgbClr val="4393D9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/>
              </a:p>
            </p:txBody>
          </p:sp>
        </p:grpSp>
        <p:grpSp>
          <p:nvGrpSpPr>
            <p:cNvPr id="64" name="组合 63"/>
            <p:cNvGrpSpPr/>
            <p:nvPr/>
          </p:nvGrpSpPr>
          <p:grpSpPr>
            <a:xfrm>
              <a:off x="6760" y="3970"/>
              <a:ext cx="2192" cy="366"/>
              <a:chOff x="8546" y="4003"/>
              <a:chExt cx="2192" cy="366"/>
            </a:xfrm>
          </p:grpSpPr>
          <p:sp>
            <p:nvSpPr>
              <p:cNvPr id="65" name="矩形 64"/>
              <p:cNvSpPr/>
              <p:nvPr/>
            </p:nvSpPr>
            <p:spPr>
              <a:xfrm>
                <a:off x="8546" y="4003"/>
                <a:ext cx="2192" cy="366"/>
              </a:xfrm>
              <a:prstGeom prst="rect">
                <a:avLst/>
              </a:prstGeom>
              <a:solidFill>
                <a:srgbClr val="59AAF2"/>
              </a:solidFill>
              <a:ln>
                <a:solidFill>
                  <a:srgbClr val="4485C1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/>
              </a:p>
            </p:txBody>
          </p:sp>
          <p:sp>
            <p:nvSpPr>
              <p:cNvPr id="66" name="椭圆 65"/>
              <p:cNvSpPr/>
              <p:nvPr/>
            </p:nvSpPr>
            <p:spPr>
              <a:xfrm>
                <a:off x="8622" y="4028"/>
                <a:ext cx="312" cy="312"/>
              </a:xfrm>
              <a:prstGeom prst="ellipse">
                <a:avLst/>
              </a:prstGeom>
              <a:solidFill>
                <a:srgbClr val="B3DDF2"/>
              </a:solidFill>
              <a:ln>
                <a:solidFill>
                  <a:srgbClr val="4393D9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/>
              </a:p>
            </p:txBody>
          </p:sp>
          <p:sp>
            <p:nvSpPr>
              <p:cNvPr id="67" name="椭圆 66"/>
              <p:cNvSpPr/>
              <p:nvPr/>
            </p:nvSpPr>
            <p:spPr>
              <a:xfrm>
                <a:off x="9050" y="4028"/>
                <a:ext cx="312" cy="312"/>
              </a:xfrm>
              <a:prstGeom prst="ellipse">
                <a:avLst/>
              </a:prstGeom>
              <a:solidFill>
                <a:srgbClr val="B3DDF2"/>
              </a:solidFill>
              <a:ln>
                <a:solidFill>
                  <a:srgbClr val="4393D9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/>
              </a:p>
            </p:txBody>
          </p:sp>
          <p:sp>
            <p:nvSpPr>
              <p:cNvPr id="68" name="椭圆 67"/>
              <p:cNvSpPr/>
              <p:nvPr/>
            </p:nvSpPr>
            <p:spPr>
              <a:xfrm>
                <a:off x="9478" y="4028"/>
                <a:ext cx="312" cy="312"/>
              </a:xfrm>
              <a:prstGeom prst="ellipse">
                <a:avLst/>
              </a:prstGeom>
              <a:solidFill>
                <a:srgbClr val="B3DDF2"/>
              </a:solidFill>
              <a:ln>
                <a:solidFill>
                  <a:srgbClr val="4393D9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/>
              </a:p>
            </p:txBody>
          </p:sp>
          <p:sp>
            <p:nvSpPr>
              <p:cNvPr id="69" name="椭圆 68"/>
              <p:cNvSpPr/>
              <p:nvPr/>
            </p:nvSpPr>
            <p:spPr>
              <a:xfrm>
                <a:off x="9906" y="4028"/>
                <a:ext cx="312" cy="312"/>
              </a:xfrm>
              <a:prstGeom prst="ellipse">
                <a:avLst/>
              </a:prstGeom>
              <a:solidFill>
                <a:srgbClr val="B3DDF2"/>
              </a:solidFill>
              <a:ln>
                <a:solidFill>
                  <a:srgbClr val="4393D9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/>
              </a:p>
            </p:txBody>
          </p:sp>
          <p:sp>
            <p:nvSpPr>
              <p:cNvPr id="70" name="椭圆 69"/>
              <p:cNvSpPr/>
              <p:nvPr/>
            </p:nvSpPr>
            <p:spPr>
              <a:xfrm>
                <a:off x="10334" y="4028"/>
                <a:ext cx="312" cy="312"/>
              </a:xfrm>
              <a:prstGeom prst="ellipse">
                <a:avLst/>
              </a:prstGeom>
              <a:solidFill>
                <a:srgbClr val="B3DDF2"/>
              </a:solidFill>
              <a:ln>
                <a:solidFill>
                  <a:srgbClr val="4393D9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/>
              </a:p>
            </p:txBody>
          </p:sp>
        </p:grpSp>
        <p:sp>
          <p:nvSpPr>
            <p:cNvPr id="71" name="文本框 70"/>
            <p:cNvSpPr txBox="1"/>
            <p:nvPr/>
          </p:nvSpPr>
          <p:spPr>
            <a:xfrm>
              <a:off x="7768" y="3117"/>
              <a:ext cx="941" cy="626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p>
              <a:r>
                <a:rPr lang="en-US" altLang="zh-CN" sz="2800">
                  <a:solidFill>
                    <a:schemeClr val="accent1"/>
                  </a:solidFill>
                  <a:latin typeface="Times New Roman" panose="02020603050405020304" charset="0"/>
                  <a:ea typeface="微软雅黑" panose="020B0503020204020204" charset="-122"/>
                  <a:cs typeface="Times New Roman" panose="02020603050405020304" charset="0"/>
                </a:rPr>
                <a:t>...</a:t>
              </a:r>
              <a:endParaRPr lang="en-US" altLang="zh-CN" sz="2800">
                <a:solidFill>
                  <a:schemeClr val="accent1"/>
                </a:solidFill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</a:endParaRPr>
            </a:p>
          </p:txBody>
        </p:sp>
      </p:grpSp>
      <p:grpSp>
        <p:nvGrpSpPr>
          <p:cNvPr id="269" name="组合 268"/>
          <p:cNvGrpSpPr/>
          <p:nvPr/>
        </p:nvGrpSpPr>
        <p:grpSpPr>
          <a:xfrm>
            <a:off x="6189661" y="1400365"/>
            <a:ext cx="2288755" cy="1983195"/>
            <a:chOff x="13242" y="1230"/>
            <a:chExt cx="4212" cy="3649"/>
          </a:xfrm>
        </p:grpSpPr>
        <p:cxnSp>
          <p:nvCxnSpPr>
            <p:cNvPr id="4" name="直接箭头连接符 3"/>
            <p:cNvCxnSpPr/>
            <p:nvPr/>
          </p:nvCxnSpPr>
          <p:spPr>
            <a:xfrm>
              <a:off x="13242" y="4813"/>
              <a:ext cx="4212" cy="0"/>
            </a:xfrm>
            <a:prstGeom prst="straightConnector1">
              <a:avLst/>
            </a:prstGeom>
            <a:ln>
              <a:solidFill>
                <a:srgbClr val="8DD3C7"/>
              </a:solidFill>
              <a:tailEnd type="arrow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5" name="直接箭头连接符 4"/>
            <p:cNvCxnSpPr/>
            <p:nvPr/>
          </p:nvCxnSpPr>
          <p:spPr>
            <a:xfrm flipV="1">
              <a:off x="13317" y="1230"/>
              <a:ext cx="0" cy="3649"/>
            </a:xfrm>
            <a:prstGeom prst="straightConnector1">
              <a:avLst/>
            </a:prstGeom>
            <a:ln>
              <a:solidFill>
                <a:srgbClr val="8DD3C7"/>
              </a:solidFill>
              <a:tailEnd type="arrow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sp>
          <p:nvSpPr>
            <p:cNvPr id="6" name="椭圆 5"/>
            <p:cNvSpPr/>
            <p:nvPr/>
          </p:nvSpPr>
          <p:spPr>
            <a:xfrm>
              <a:off x="13491" y="3990"/>
              <a:ext cx="119" cy="119"/>
            </a:xfrm>
            <a:prstGeom prst="ellipse">
              <a:avLst/>
            </a:prstGeom>
            <a:solidFill>
              <a:srgbClr val="7FB1D3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7" name="椭圆 6"/>
            <p:cNvSpPr/>
            <p:nvPr/>
          </p:nvSpPr>
          <p:spPr>
            <a:xfrm>
              <a:off x="13711" y="1758"/>
              <a:ext cx="119" cy="119"/>
            </a:xfrm>
            <a:prstGeom prst="ellipse">
              <a:avLst/>
            </a:prstGeom>
            <a:solidFill>
              <a:srgbClr val="FDB462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8" name="椭圆 7"/>
            <p:cNvSpPr/>
            <p:nvPr/>
          </p:nvSpPr>
          <p:spPr>
            <a:xfrm>
              <a:off x="15437" y="3500"/>
              <a:ext cx="119" cy="119"/>
            </a:xfrm>
            <a:prstGeom prst="ellipse">
              <a:avLst/>
            </a:prstGeom>
            <a:solidFill>
              <a:srgbClr val="FB7F72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9" name="椭圆 8"/>
            <p:cNvSpPr/>
            <p:nvPr/>
          </p:nvSpPr>
          <p:spPr>
            <a:xfrm>
              <a:off x="13691" y="4190"/>
              <a:ext cx="119" cy="119"/>
            </a:xfrm>
            <a:prstGeom prst="ellipse">
              <a:avLst/>
            </a:prstGeom>
            <a:solidFill>
              <a:srgbClr val="7FB1D3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10" name="椭圆 9"/>
            <p:cNvSpPr/>
            <p:nvPr/>
          </p:nvSpPr>
          <p:spPr>
            <a:xfrm>
              <a:off x="13798" y="3604"/>
              <a:ext cx="119" cy="119"/>
            </a:xfrm>
            <a:prstGeom prst="ellipse">
              <a:avLst/>
            </a:prstGeom>
            <a:solidFill>
              <a:srgbClr val="7FB1D3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11" name="椭圆 10"/>
            <p:cNvSpPr/>
            <p:nvPr/>
          </p:nvSpPr>
          <p:spPr>
            <a:xfrm>
              <a:off x="14010" y="4109"/>
              <a:ext cx="119" cy="119"/>
            </a:xfrm>
            <a:prstGeom prst="ellipse">
              <a:avLst/>
            </a:prstGeom>
            <a:solidFill>
              <a:srgbClr val="7FB1D3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12" name="椭圆 11"/>
            <p:cNvSpPr/>
            <p:nvPr/>
          </p:nvSpPr>
          <p:spPr>
            <a:xfrm>
              <a:off x="14091" y="3700"/>
              <a:ext cx="119" cy="119"/>
            </a:xfrm>
            <a:prstGeom prst="ellipse">
              <a:avLst/>
            </a:prstGeom>
            <a:solidFill>
              <a:srgbClr val="7FB1D3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26" name="椭圆 25"/>
            <p:cNvSpPr/>
            <p:nvPr/>
          </p:nvSpPr>
          <p:spPr>
            <a:xfrm>
              <a:off x="14291" y="3900"/>
              <a:ext cx="119" cy="119"/>
            </a:xfrm>
            <a:prstGeom prst="ellipse">
              <a:avLst/>
            </a:prstGeom>
            <a:solidFill>
              <a:srgbClr val="7FB1D3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28" name="椭圆 27"/>
            <p:cNvSpPr/>
            <p:nvPr/>
          </p:nvSpPr>
          <p:spPr>
            <a:xfrm>
              <a:off x="14491" y="4100"/>
              <a:ext cx="119" cy="119"/>
            </a:xfrm>
            <a:prstGeom prst="ellipse">
              <a:avLst/>
            </a:prstGeom>
            <a:solidFill>
              <a:srgbClr val="7FB1D3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30" name="椭圆 29"/>
            <p:cNvSpPr/>
            <p:nvPr/>
          </p:nvSpPr>
          <p:spPr>
            <a:xfrm>
              <a:off x="13729" y="4025"/>
              <a:ext cx="119" cy="119"/>
            </a:xfrm>
            <a:prstGeom prst="ellipse">
              <a:avLst/>
            </a:prstGeom>
            <a:solidFill>
              <a:srgbClr val="7FB1D3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31" name="椭圆 30"/>
            <p:cNvSpPr/>
            <p:nvPr/>
          </p:nvSpPr>
          <p:spPr>
            <a:xfrm>
              <a:off x="13610" y="3981"/>
              <a:ext cx="119" cy="119"/>
            </a:xfrm>
            <a:prstGeom prst="ellipse">
              <a:avLst/>
            </a:prstGeom>
            <a:solidFill>
              <a:srgbClr val="7FB1D3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32" name="椭圆 31"/>
            <p:cNvSpPr/>
            <p:nvPr/>
          </p:nvSpPr>
          <p:spPr>
            <a:xfrm>
              <a:off x="14291" y="3170"/>
              <a:ext cx="119" cy="119"/>
            </a:xfrm>
            <a:prstGeom prst="ellipse">
              <a:avLst/>
            </a:prstGeom>
            <a:solidFill>
              <a:srgbClr val="7FB1D3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33" name="椭圆 32"/>
            <p:cNvSpPr/>
            <p:nvPr/>
          </p:nvSpPr>
          <p:spPr>
            <a:xfrm>
              <a:off x="15267" y="2037"/>
              <a:ext cx="119" cy="119"/>
            </a:xfrm>
            <a:prstGeom prst="ellipse">
              <a:avLst/>
            </a:prstGeom>
            <a:solidFill>
              <a:srgbClr val="7FB1D3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34" name="椭圆 33"/>
            <p:cNvSpPr/>
            <p:nvPr/>
          </p:nvSpPr>
          <p:spPr>
            <a:xfrm>
              <a:off x="13572" y="4144"/>
              <a:ext cx="119" cy="119"/>
            </a:xfrm>
            <a:prstGeom prst="ellipse">
              <a:avLst/>
            </a:prstGeom>
            <a:solidFill>
              <a:srgbClr val="7FB1D3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35" name="椭圆 34"/>
            <p:cNvSpPr/>
            <p:nvPr/>
          </p:nvSpPr>
          <p:spPr>
            <a:xfrm>
              <a:off x="13729" y="3427"/>
              <a:ext cx="119" cy="119"/>
            </a:xfrm>
            <a:prstGeom prst="ellipse">
              <a:avLst/>
            </a:prstGeom>
            <a:solidFill>
              <a:srgbClr val="7FB1D3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36" name="椭圆 35"/>
            <p:cNvSpPr/>
            <p:nvPr/>
          </p:nvSpPr>
          <p:spPr>
            <a:xfrm>
              <a:off x="13572" y="3581"/>
              <a:ext cx="119" cy="119"/>
            </a:xfrm>
            <a:prstGeom prst="ellipse">
              <a:avLst/>
            </a:prstGeom>
            <a:solidFill>
              <a:srgbClr val="7FB1D3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37" name="椭圆 36"/>
            <p:cNvSpPr/>
            <p:nvPr/>
          </p:nvSpPr>
          <p:spPr>
            <a:xfrm>
              <a:off x="14172" y="3485"/>
              <a:ext cx="119" cy="119"/>
            </a:xfrm>
            <a:prstGeom prst="ellipse">
              <a:avLst/>
            </a:prstGeom>
            <a:solidFill>
              <a:srgbClr val="7FB1D3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38" name="椭圆 37"/>
            <p:cNvSpPr/>
            <p:nvPr/>
          </p:nvSpPr>
          <p:spPr>
            <a:xfrm>
              <a:off x="15227" y="3638"/>
              <a:ext cx="119" cy="119"/>
            </a:xfrm>
            <a:prstGeom prst="ellipse">
              <a:avLst/>
            </a:prstGeom>
            <a:solidFill>
              <a:srgbClr val="FB7F72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39" name="椭圆 38"/>
            <p:cNvSpPr/>
            <p:nvPr/>
          </p:nvSpPr>
          <p:spPr>
            <a:xfrm>
              <a:off x="15556" y="3757"/>
              <a:ext cx="119" cy="119"/>
            </a:xfrm>
            <a:prstGeom prst="ellipse">
              <a:avLst/>
            </a:prstGeom>
            <a:solidFill>
              <a:srgbClr val="FB7F72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40" name="椭圆 39"/>
            <p:cNvSpPr/>
            <p:nvPr/>
          </p:nvSpPr>
          <p:spPr>
            <a:xfrm>
              <a:off x="15812" y="3229"/>
              <a:ext cx="119" cy="119"/>
            </a:xfrm>
            <a:prstGeom prst="ellipse">
              <a:avLst/>
            </a:prstGeom>
            <a:solidFill>
              <a:srgbClr val="FB7F72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41" name="椭圆 40"/>
            <p:cNvSpPr/>
            <p:nvPr/>
          </p:nvSpPr>
          <p:spPr>
            <a:xfrm>
              <a:off x="15227" y="3815"/>
              <a:ext cx="119" cy="119"/>
            </a:xfrm>
            <a:prstGeom prst="ellipse">
              <a:avLst/>
            </a:prstGeom>
            <a:solidFill>
              <a:srgbClr val="FB7F72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42" name="椭圆 41"/>
            <p:cNvSpPr/>
            <p:nvPr/>
          </p:nvSpPr>
          <p:spPr>
            <a:xfrm>
              <a:off x="16050" y="3876"/>
              <a:ext cx="119" cy="119"/>
            </a:xfrm>
            <a:prstGeom prst="ellipse">
              <a:avLst/>
            </a:prstGeom>
            <a:solidFill>
              <a:srgbClr val="FB7F72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72" name="椭圆 71"/>
            <p:cNvSpPr/>
            <p:nvPr/>
          </p:nvSpPr>
          <p:spPr>
            <a:xfrm>
              <a:off x="14839" y="3568"/>
              <a:ext cx="119" cy="119"/>
            </a:xfrm>
            <a:prstGeom prst="ellipse">
              <a:avLst/>
            </a:prstGeom>
            <a:solidFill>
              <a:srgbClr val="FB7F72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73" name="椭圆 72"/>
            <p:cNvSpPr/>
            <p:nvPr/>
          </p:nvSpPr>
          <p:spPr>
            <a:xfrm>
              <a:off x="15931" y="3568"/>
              <a:ext cx="119" cy="119"/>
            </a:xfrm>
            <a:prstGeom prst="ellipse">
              <a:avLst/>
            </a:prstGeom>
            <a:solidFill>
              <a:srgbClr val="FB7F72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74" name="椭圆 73"/>
            <p:cNvSpPr/>
            <p:nvPr/>
          </p:nvSpPr>
          <p:spPr>
            <a:xfrm>
              <a:off x="15675" y="4111"/>
              <a:ext cx="119" cy="119"/>
            </a:xfrm>
            <a:prstGeom prst="ellipse">
              <a:avLst/>
            </a:prstGeom>
            <a:solidFill>
              <a:srgbClr val="FB7F72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75" name="椭圆 74"/>
            <p:cNvSpPr/>
            <p:nvPr/>
          </p:nvSpPr>
          <p:spPr>
            <a:xfrm>
              <a:off x="15812" y="3757"/>
              <a:ext cx="119" cy="119"/>
            </a:xfrm>
            <a:prstGeom prst="ellipse">
              <a:avLst/>
            </a:prstGeom>
            <a:solidFill>
              <a:srgbClr val="FB7F72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76" name="椭圆 75"/>
            <p:cNvSpPr/>
            <p:nvPr/>
          </p:nvSpPr>
          <p:spPr>
            <a:xfrm>
              <a:off x="15931" y="3992"/>
              <a:ext cx="119" cy="119"/>
            </a:xfrm>
            <a:prstGeom prst="ellipse">
              <a:avLst/>
            </a:prstGeom>
            <a:solidFill>
              <a:srgbClr val="FB7F72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77" name="椭圆 76"/>
            <p:cNvSpPr/>
            <p:nvPr/>
          </p:nvSpPr>
          <p:spPr>
            <a:xfrm>
              <a:off x="16169" y="3934"/>
              <a:ext cx="119" cy="119"/>
            </a:xfrm>
            <a:prstGeom prst="ellipse">
              <a:avLst/>
            </a:prstGeom>
            <a:solidFill>
              <a:srgbClr val="FB7F72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78" name="椭圆 77"/>
            <p:cNvSpPr/>
            <p:nvPr/>
          </p:nvSpPr>
          <p:spPr>
            <a:xfrm>
              <a:off x="16050" y="4053"/>
              <a:ext cx="119" cy="119"/>
            </a:xfrm>
            <a:prstGeom prst="ellipse">
              <a:avLst/>
            </a:prstGeom>
            <a:solidFill>
              <a:srgbClr val="FB7F72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79" name="椭圆 78"/>
            <p:cNvSpPr/>
            <p:nvPr/>
          </p:nvSpPr>
          <p:spPr>
            <a:xfrm>
              <a:off x="16131" y="3768"/>
              <a:ext cx="119" cy="119"/>
            </a:xfrm>
            <a:prstGeom prst="ellipse">
              <a:avLst/>
            </a:prstGeom>
            <a:solidFill>
              <a:srgbClr val="FB7F72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80" name="椭圆 79"/>
            <p:cNvSpPr/>
            <p:nvPr/>
          </p:nvSpPr>
          <p:spPr>
            <a:xfrm>
              <a:off x="15556" y="3229"/>
              <a:ext cx="119" cy="119"/>
            </a:xfrm>
            <a:prstGeom prst="ellipse">
              <a:avLst/>
            </a:prstGeom>
            <a:solidFill>
              <a:srgbClr val="FB7F72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81" name="椭圆 80"/>
            <p:cNvSpPr/>
            <p:nvPr/>
          </p:nvSpPr>
          <p:spPr>
            <a:xfrm>
              <a:off x="15464" y="2647"/>
              <a:ext cx="119" cy="119"/>
            </a:xfrm>
            <a:prstGeom prst="ellipse">
              <a:avLst/>
            </a:prstGeom>
            <a:solidFill>
              <a:srgbClr val="FB7F72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82" name="椭圆 81"/>
            <p:cNvSpPr/>
            <p:nvPr/>
          </p:nvSpPr>
          <p:spPr>
            <a:xfrm>
              <a:off x="15108" y="3177"/>
              <a:ext cx="119" cy="119"/>
            </a:xfrm>
            <a:prstGeom prst="ellipse">
              <a:avLst/>
            </a:prstGeom>
            <a:solidFill>
              <a:srgbClr val="FB7F72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83" name="椭圆 82"/>
            <p:cNvSpPr/>
            <p:nvPr/>
          </p:nvSpPr>
          <p:spPr>
            <a:xfrm>
              <a:off x="13711" y="2277"/>
              <a:ext cx="119" cy="119"/>
            </a:xfrm>
            <a:prstGeom prst="ellipse">
              <a:avLst/>
            </a:prstGeom>
            <a:solidFill>
              <a:srgbClr val="FDB462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84" name="椭圆 83"/>
            <p:cNvSpPr/>
            <p:nvPr/>
          </p:nvSpPr>
          <p:spPr>
            <a:xfrm>
              <a:off x="14204" y="1812"/>
              <a:ext cx="119" cy="119"/>
            </a:xfrm>
            <a:prstGeom prst="ellipse">
              <a:avLst/>
            </a:prstGeom>
            <a:solidFill>
              <a:srgbClr val="FDB462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85" name="椭圆 84"/>
            <p:cNvSpPr/>
            <p:nvPr/>
          </p:nvSpPr>
          <p:spPr>
            <a:xfrm>
              <a:off x="14204" y="2178"/>
              <a:ext cx="119" cy="119"/>
            </a:xfrm>
            <a:prstGeom prst="ellipse">
              <a:avLst/>
            </a:prstGeom>
            <a:solidFill>
              <a:srgbClr val="FDB462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86" name="椭圆 85"/>
            <p:cNvSpPr/>
            <p:nvPr/>
          </p:nvSpPr>
          <p:spPr>
            <a:xfrm>
              <a:off x="13911" y="1958"/>
              <a:ext cx="119" cy="119"/>
            </a:xfrm>
            <a:prstGeom prst="ellipse">
              <a:avLst/>
            </a:prstGeom>
            <a:solidFill>
              <a:srgbClr val="FDB462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87" name="椭圆 86"/>
            <p:cNvSpPr/>
            <p:nvPr/>
          </p:nvSpPr>
          <p:spPr>
            <a:xfrm>
              <a:off x="13966" y="1599"/>
              <a:ext cx="119" cy="119"/>
            </a:xfrm>
            <a:prstGeom prst="ellipse">
              <a:avLst/>
            </a:prstGeom>
            <a:solidFill>
              <a:srgbClr val="FDB462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88" name="椭圆 87"/>
            <p:cNvSpPr/>
            <p:nvPr/>
          </p:nvSpPr>
          <p:spPr>
            <a:xfrm>
              <a:off x="14626" y="1718"/>
              <a:ext cx="119" cy="119"/>
            </a:xfrm>
            <a:prstGeom prst="ellipse">
              <a:avLst/>
            </a:prstGeom>
            <a:solidFill>
              <a:srgbClr val="FDB462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89" name="椭圆 88"/>
            <p:cNvSpPr/>
            <p:nvPr/>
          </p:nvSpPr>
          <p:spPr>
            <a:xfrm>
              <a:off x="14511" y="1907"/>
              <a:ext cx="119" cy="119"/>
            </a:xfrm>
            <a:prstGeom prst="ellipse">
              <a:avLst/>
            </a:prstGeom>
            <a:solidFill>
              <a:srgbClr val="FDB462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90" name="椭圆 89"/>
            <p:cNvSpPr/>
            <p:nvPr/>
          </p:nvSpPr>
          <p:spPr>
            <a:xfrm>
              <a:off x="15026" y="1599"/>
              <a:ext cx="119" cy="119"/>
            </a:xfrm>
            <a:prstGeom prst="ellipse">
              <a:avLst/>
            </a:prstGeom>
            <a:solidFill>
              <a:srgbClr val="FDB462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91" name="椭圆 90"/>
            <p:cNvSpPr/>
            <p:nvPr/>
          </p:nvSpPr>
          <p:spPr>
            <a:xfrm>
              <a:off x="14630" y="2109"/>
              <a:ext cx="119" cy="119"/>
            </a:xfrm>
            <a:prstGeom prst="ellipse">
              <a:avLst/>
            </a:prstGeom>
            <a:solidFill>
              <a:srgbClr val="FDB462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92" name="椭圆 91"/>
            <p:cNvSpPr/>
            <p:nvPr/>
          </p:nvSpPr>
          <p:spPr>
            <a:xfrm>
              <a:off x="14323" y="1788"/>
              <a:ext cx="119" cy="119"/>
            </a:xfrm>
            <a:prstGeom prst="ellipse">
              <a:avLst/>
            </a:prstGeom>
            <a:solidFill>
              <a:srgbClr val="FDB462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93" name="椭圆 92"/>
            <p:cNvSpPr/>
            <p:nvPr/>
          </p:nvSpPr>
          <p:spPr>
            <a:xfrm>
              <a:off x="14376" y="3543"/>
              <a:ext cx="119" cy="119"/>
            </a:xfrm>
            <a:prstGeom prst="ellipse">
              <a:avLst/>
            </a:prstGeom>
            <a:solidFill>
              <a:srgbClr val="7FB1D3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94" name="椭圆 93"/>
            <p:cNvSpPr/>
            <p:nvPr/>
          </p:nvSpPr>
          <p:spPr>
            <a:xfrm>
              <a:off x="14010" y="3251"/>
              <a:ext cx="119" cy="119"/>
            </a:xfrm>
            <a:prstGeom prst="ellipse">
              <a:avLst/>
            </a:prstGeom>
            <a:solidFill>
              <a:srgbClr val="7FB1D3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95" name="椭圆 94"/>
            <p:cNvSpPr/>
            <p:nvPr/>
          </p:nvSpPr>
          <p:spPr>
            <a:xfrm>
              <a:off x="14491" y="3370"/>
              <a:ext cx="119" cy="119"/>
            </a:xfrm>
            <a:prstGeom prst="ellipse">
              <a:avLst/>
            </a:prstGeom>
            <a:solidFill>
              <a:srgbClr val="7FB1D3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96" name="椭圆 95"/>
            <p:cNvSpPr/>
            <p:nvPr/>
          </p:nvSpPr>
          <p:spPr>
            <a:xfrm>
              <a:off x="13729" y="3815"/>
              <a:ext cx="119" cy="119"/>
            </a:xfrm>
            <a:prstGeom prst="ellipse">
              <a:avLst/>
            </a:prstGeom>
            <a:solidFill>
              <a:srgbClr val="7FB1D3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97" name="椭圆 96"/>
            <p:cNvSpPr/>
            <p:nvPr/>
          </p:nvSpPr>
          <p:spPr>
            <a:xfrm>
              <a:off x="14257" y="3664"/>
              <a:ext cx="119" cy="119"/>
            </a:xfrm>
            <a:prstGeom prst="ellipse">
              <a:avLst/>
            </a:prstGeom>
            <a:solidFill>
              <a:srgbClr val="7FB1D3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98" name="椭圆 97"/>
            <p:cNvSpPr/>
            <p:nvPr/>
          </p:nvSpPr>
          <p:spPr>
            <a:xfrm>
              <a:off x="14826" y="1918"/>
              <a:ext cx="119" cy="119"/>
            </a:xfrm>
            <a:prstGeom prst="ellipse">
              <a:avLst/>
            </a:prstGeom>
            <a:solidFill>
              <a:srgbClr val="FDB462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99" name="椭圆 98"/>
            <p:cNvSpPr/>
            <p:nvPr/>
          </p:nvSpPr>
          <p:spPr>
            <a:xfrm>
              <a:off x="14323" y="1639"/>
              <a:ext cx="119" cy="119"/>
            </a:xfrm>
            <a:prstGeom prst="ellipse">
              <a:avLst/>
            </a:prstGeom>
            <a:solidFill>
              <a:srgbClr val="FDB462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100" name="椭圆 99"/>
            <p:cNvSpPr/>
            <p:nvPr/>
          </p:nvSpPr>
          <p:spPr>
            <a:xfrm>
              <a:off x="13978" y="2109"/>
              <a:ext cx="119" cy="119"/>
            </a:xfrm>
            <a:prstGeom prst="ellipse">
              <a:avLst/>
            </a:prstGeom>
            <a:solidFill>
              <a:srgbClr val="FDB462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101" name="椭圆 100"/>
            <p:cNvSpPr/>
            <p:nvPr/>
          </p:nvSpPr>
          <p:spPr>
            <a:xfrm>
              <a:off x="14323" y="1990"/>
              <a:ext cx="119" cy="119"/>
            </a:xfrm>
            <a:prstGeom prst="ellipse">
              <a:avLst/>
            </a:prstGeom>
            <a:solidFill>
              <a:srgbClr val="FDB462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102" name="椭圆 101"/>
            <p:cNvSpPr/>
            <p:nvPr/>
          </p:nvSpPr>
          <p:spPr>
            <a:xfrm>
              <a:off x="14442" y="2190"/>
              <a:ext cx="119" cy="119"/>
            </a:xfrm>
            <a:prstGeom prst="ellipse">
              <a:avLst/>
            </a:prstGeom>
            <a:solidFill>
              <a:srgbClr val="FDB462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103" name="椭圆 102"/>
            <p:cNvSpPr/>
            <p:nvPr/>
          </p:nvSpPr>
          <p:spPr>
            <a:xfrm>
              <a:off x="13966" y="2251"/>
              <a:ext cx="119" cy="119"/>
            </a:xfrm>
            <a:prstGeom prst="ellipse">
              <a:avLst/>
            </a:prstGeom>
            <a:solidFill>
              <a:srgbClr val="FDB462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104" name="椭圆 103"/>
            <p:cNvSpPr/>
            <p:nvPr/>
          </p:nvSpPr>
          <p:spPr>
            <a:xfrm>
              <a:off x="14204" y="2482"/>
              <a:ext cx="119" cy="119"/>
            </a:xfrm>
            <a:prstGeom prst="ellipse">
              <a:avLst/>
            </a:prstGeom>
            <a:solidFill>
              <a:srgbClr val="FDB462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105" name="椭圆 104"/>
            <p:cNvSpPr/>
            <p:nvPr/>
          </p:nvSpPr>
          <p:spPr>
            <a:xfrm>
              <a:off x="14111" y="2158"/>
              <a:ext cx="119" cy="119"/>
            </a:xfrm>
            <a:prstGeom prst="ellipse">
              <a:avLst/>
            </a:prstGeom>
            <a:solidFill>
              <a:srgbClr val="FDB462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106" name="椭圆 105"/>
            <p:cNvSpPr/>
            <p:nvPr/>
          </p:nvSpPr>
          <p:spPr>
            <a:xfrm>
              <a:off x="13911" y="2477"/>
              <a:ext cx="119" cy="119"/>
            </a:xfrm>
            <a:prstGeom prst="ellipse">
              <a:avLst/>
            </a:prstGeom>
            <a:solidFill>
              <a:srgbClr val="FDB462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107" name="椭圆 106"/>
            <p:cNvSpPr/>
            <p:nvPr/>
          </p:nvSpPr>
          <p:spPr>
            <a:xfrm>
              <a:off x="14404" y="2012"/>
              <a:ext cx="119" cy="119"/>
            </a:xfrm>
            <a:prstGeom prst="ellipse">
              <a:avLst/>
            </a:prstGeom>
            <a:solidFill>
              <a:srgbClr val="FDB462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108" name="椭圆 107"/>
            <p:cNvSpPr/>
            <p:nvPr/>
          </p:nvSpPr>
          <p:spPr>
            <a:xfrm>
              <a:off x="14404" y="2378"/>
              <a:ext cx="119" cy="119"/>
            </a:xfrm>
            <a:prstGeom prst="ellipse">
              <a:avLst/>
            </a:prstGeom>
            <a:solidFill>
              <a:srgbClr val="FDB462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109" name="椭圆 108"/>
            <p:cNvSpPr/>
            <p:nvPr/>
          </p:nvSpPr>
          <p:spPr>
            <a:xfrm>
              <a:off x="14111" y="2158"/>
              <a:ext cx="119" cy="119"/>
            </a:xfrm>
            <a:prstGeom prst="ellipse">
              <a:avLst/>
            </a:prstGeom>
            <a:solidFill>
              <a:srgbClr val="FDB462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110" name="椭圆 109"/>
            <p:cNvSpPr/>
            <p:nvPr/>
          </p:nvSpPr>
          <p:spPr>
            <a:xfrm>
              <a:off x="14166" y="1799"/>
              <a:ext cx="119" cy="119"/>
            </a:xfrm>
            <a:prstGeom prst="ellipse">
              <a:avLst/>
            </a:prstGeom>
            <a:solidFill>
              <a:srgbClr val="FDB462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111" name="椭圆 110"/>
            <p:cNvSpPr/>
            <p:nvPr/>
          </p:nvSpPr>
          <p:spPr>
            <a:xfrm>
              <a:off x="15026" y="2118"/>
              <a:ext cx="119" cy="119"/>
            </a:xfrm>
            <a:prstGeom prst="ellipse">
              <a:avLst/>
            </a:prstGeom>
            <a:solidFill>
              <a:srgbClr val="FDB462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112" name="椭圆 111"/>
            <p:cNvSpPr/>
            <p:nvPr/>
          </p:nvSpPr>
          <p:spPr>
            <a:xfrm>
              <a:off x="14711" y="2107"/>
              <a:ext cx="119" cy="119"/>
            </a:xfrm>
            <a:prstGeom prst="ellipse">
              <a:avLst/>
            </a:prstGeom>
            <a:solidFill>
              <a:srgbClr val="FDB462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113" name="椭圆 112"/>
            <p:cNvSpPr/>
            <p:nvPr/>
          </p:nvSpPr>
          <p:spPr>
            <a:xfrm>
              <a:off x="15226" y="1799"/>
              <a:ext cx="119" cy="119"/>
            </a:xfrm>
            <a:prstGeom prst="ellipse">
              <a:avLst/>
            </a:prstGeom>
            <a:solidFill>
              <a:srgbClr val="FDB462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114" name="椭圆 113"/>
            <p:cNvSpPr/>
            <p:nvPr/>
          </p:nvSpPr>
          <p:spPr>
            <a:xfrm>
              <a:off x="14830" y="2309"/>
              <a:ext cx="119" cy="119"/>
            </a:xfrm>
            <a:prstGeom prst="ellipse">
              <a:avLst/>
            </a:prstGeom>
            <a:solidFill>
              <a:srgbClr val="FDB462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115" name="椭圆 114"/>
            <p:cNvSpPr/>
            <p:nvPr/>
          </p:nvSpPr>
          <p:spPr>
            <a:xfrm>
              <a:off x="14523" y="1988"/>
              <a:ext cx="119" cy="119"/>
            </a:xfrm>
            <a:prstGeom prst="ellipse">
              <a:avLst/>
            </a:prstGeom>
            <a:solidFill>
              <a:srgbClr val="FDB462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116" name="椭圆 115"/>
            <p:cNvSpPr/>
            <p:nvPr/>
          </p:nvSpPr>
          <p:spPr>
            <a:xfrm>
              <a:off x="15026" y="2118"/>
              <a:ext cx="119" cy="119"/>
            </a:xfrm>
            <a:prstGeom prst="ellipse">
              <a:avLst/>
            </a:prstGeom>
            <a:solidFill>
              <a:srgbClr val="FDB462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117" name="椭圆 116"/>
            <p:cNvSpPr/>
            <p:nvPr/>
          </p:nvSpPr>
          <p:spPr>
            <a:xfrm>
              <a:off x="14523" y="1839"/>
              <a:ext cx="119" cy="119"/>
            </a:xfrm>
            <a:prstGeom prst="ellipse">
              <a:avLst/>
            </a:prstGeom>
            <a:solidFill>
              <a:srgbClr val="FDB462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118" name="椭圆 117"/>
            <p:cNvSpPr/>
            <p:nvPr/>
          </p:nvSpPr>
          <p:spPr>
            <a:xfrm>
              <a:off x="14178" y="2309"/>
              <a:ext cx="119" cy="119"/>
            </a:xfrm>
            <a:prstGeom prst="ellipse">
              <a:avLst/>
            </a:prstGeom>
            <a:solidFill>
              <a:srgbClr val="FDB462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119" name="椭圆 118"/>
            <p:cNvSpPr/>
            <p:nvPr/>
          </p:nvSpPr>
          <p:spPr>
            <a:xfrm>
              <a:off x="14523" y="2190"/>
              <a:ext cx="119" cy="119"/>
            </a:xfrm>
            <a:prstGeom prst="ellipse">
              <a:avLst/>
            </a:prstGeom>
            <a:solidFill>
              <a:srgbClr val="FDB462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120" name="椭圆 119"/>
            <p:cNvSpPr/>
            <p:nvPr/>
          </p:nvSpPr>
          <p:spPr>
            <a:xfrm>
              <a:off x="14642" y="2390"/>
              <a:ext cx="119" cy="119"/>
            </a:xfrm>
            <a:prstGeom prst="ellipse">
              <a:avLst/>
            </a:prstGeom>
            <a:solidFill>
              <a:srgbClr val="FDB462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121" name="椭圆 120"/>
            <p:cNvSpPr/>
            <p:nvPr/>
          </p:nvSpPr>
          <p:spPr>
            <a:xfrm>
              <a:off x="14166" y="2451"/>
              <a:ext cx="119" cy="119"/>
            </a:xfrm>
            <a:prstGeom prst="ellipse">
              <a:avLst/>
            </a:prstGeom>
            <a:solidFill>
              <a:srgbClr val="FDB462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122" name="椭圆 121"/>
            <p:cNvSpPr/>
            <p:nvPr/>
          </p:nvSpPr>
          <p:spPr>
            <a:xfrm>
              <a:off x="14404" y="2682"/>
              <a:ext cx="119" cy="119"/>
            </a:xfrm>
            <a:prstGeom prst="ellipse">
              <a:avLst/>
            </a:prstGeom>
            <a:solidFill>
              <a:srgbClr val="FDB462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123" name="椭圆 122"/>
            <p:cNvSpPr/>
            <p:nvPr/>
          </p:nvSpPr>
          <p:spPr>
            <a:xfrm>
              <a:off x="13891" y="4390"/>
              <a:ext cx="119" cy="119"/>
            </a:xfrm>
            <a:prstGeom prst="ellipse">
              <a:avLst/>
            </a:prstGeom>
            <a:solidFill>
              <a:srgbClr val="7FB1D3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124" name="椭圆 123"/>
            <p:cNvSpPr/>
            <p:nvPr/>
          </p:nvSpPr>
          <p:spPr>
            <a:xfrm>
              <a:off x="13891" y="4390"/>
              <a:ext cx="119" cy="119"/>
            </a:xfrm>
            <a:prstGeom prst="ellipse">
              <a:avLst/>
            </a:prstGeom>
            <a:solidFill>
              <a:srgbClr val="7FB1D3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125" name="椭圆 124"/>
            <p:cNvSpPr/>
            <p:nvPr/>
          </p:nvSpPr>
          <p:spPr>
            <a:xfrm>
              <a:off x="13998" y="3804"/>
              <a:ext cx="119" cy="119"/>
            </a:xfrm>
            <a:prstGeom prst="ellipse">
              <a:avLst/>
            </a:prstGeom>
            <a:solidFill>
              <a:srgbClr val="7FB1D3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126" name="椭圆 125"/>
            <p:cNvSpPr/>
            <p:nvPr/>
          </p:nvSpPr>
          <p:spPr>
            <a:xfrm>
              <a:off x="14210" y="4309"/>
              <a:ext cx="119" cy="119"/>
            </a:xfrm>
            <a:prstGeom prst="ellipse">
              <a:avLst/>
            </a:prstGeom>
            <a:solidFill>
              <a:srgbClr val="7FB1D3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127" name="椭圆 126"/>
            <p:cNvSpPr/>
            <p:nvPr/>
          </p:nvSpPr>
          <p:spPr>
            <a:xfrm>
              <a:off x="14691" y="4300"/>
              <a:ext cx="119" cy="119"/>
            </a:xfrm>
            <a:prstGeom prst="ellipse">
              <a:avLst/>
            </a:prstGeom>
            <a:solidFill>
              <a:srgbClr val="7FB1D3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128" name="椭圆 127"/>
            <p:cNvSpPr/>
            <p:nvPr/>
          </p:nvSpPr>
          <p:spPr>
            <a:xfrm>
              <a:off x="14691" y="4300"/>
              <a:ext cx="119" cy="119"/>
            </a:xfrm>
            <a:prstGeom prst="ellipse">
              <a:avLst/>
            </a:prstGeom>
            <a:solidFill>
              <a:srgbClr val="7FB1D3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129" name="椭圆 128"/>
            <p:cNvSpPr/>
            <p:nvPr/>
          </p:nvSpPr>
          <p:spPr>
            <a:xfrm>
              <a:off x="14691" y="4300"/>
              <a:ext cx="119" cy="119"/>
            </a:xfrm>
            <a:prstGeom prst="ellipse">
              <a:avLst/>
            </a:prstGeom>
            <a:solidFill>
              <a:srgbClr val="7FB1D3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130" name="椭圆 129"/>
            <p:cNvSpPr/>
            <p:nvPr/>
          </p:nvSpPr>
          <p:spPr>
            <a:xfrm>
              <a:off x="13929" y="4225"/>
              <a:ext cx="119" cy="119"/>
            </a:xfrm>
            <a:prstGeom prst="ellipse">
              <a:avLst/>
            </a:prstGeom>
            <a:solidFill>
              <a:srgbClr val="7FB1D3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131" name="椭圆 130"/>
            <p:cNvSpPr/>
            <p:nvPr/>
          </p:nvSpPr>
          <p:spPr>
            <a:xfrm>
              <a:off x="13810" y="4181"/>
              <a:ext cx="119" cy="119"/>
            </a:xfrm>
            <a:prstGeom prst="ellipse">
              <a:avLst/>
            </a:prstGeom>
            <a:solidFill>
              <a:srgbClr val="7FB1D3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132" name="椭圆 131"/>
            <p:cNvSpPr/>
            <p:nvPr/>
          </p:nvSpPr>
          <p:spPr>
            <a:xfrm>
              <a:off x="14691" y="3570"/>
              <a:ext cx="119" cy="119"/>
            </a:xfrm>
            <a:prstGeom prst="ellipse">
              <a:avLst/>
            </a:prstGeom>
            <a:solidFill>
              <a:srgbClr val="7FB1D3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133" name="椭圆 132"/>
            <p:cNvSpPr/>
            <p:nvPr/>
          </p:nvSpPr>
          <p:spPr>
            <a:xfrm>
              <a:off x="13998" y="3344"/>
              <a:ext cx="119" cy="119"/>
            </a:xfrm>
            <a:prstGeom prst="ellipse">
              <a:avLst/>
            </a:prstGeom>
            <a:solidFill>
              <a:srgbClr val="7FB1D3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134" name="椭圆 133"/>
            <p:cNvSpPr/>
            <p:nvPr/>
          </p:nvSpPr>
          <p:spPr>
            <a:xfrm>
              <a:off x="13772" y="4344"/>
              <a:ext cx="119" cy="119"/>
            </a:xfrm>
            <a:prstGeom prst="ellipse">
              <a:avLst/>
            </a:prstGeom>
            <a:solidFill>
              <a:srgbClr val="7FB1D3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135" name="椭圆 134"/>
            <p:cNvSpPr/>
            <p:nvPr/>
          </p:nvSpPr>
          <p:spPr>
            <a:xfrm>
              <a:off x="13929" y="3627"/>
              <a:ext cx="119" cy="119"/>
            </a:xfrm>
            <a:prstGeom prst="ellipse">
              <a:avLst/>
            </a:prstGeom>
            <a:solidFill>
              <a:srgbClr val="7FB1D3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136" name="椭圆 135"/>
            <p:cNvSpPr/>
            <p:nvPr/>
          </p:nvSpPr>
          <p:spPr>
            <a:xfrm>
              <a:off x="13772" y="3781"/>
              <a:ext cx="119" cy="119"/>
            </a:xfrm>
            <a:prstGeom prst="ellipse">
              <a:avLst/>
            </a:prstGeom>
            <a:solidFill>
              <a:srgbClr val="7FB1D3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137" name="椭圆 136"/>
            <p:cNvSpPr/>
            <p:nvPr/>
          </p:nvSpPr>
          <p:spPr>
            <a:xfrm>
              <a:off x="14372" y="3685"/>
              <a:ext cx="119" cy="119"/>
            </a:xfrm>
            <a:prstGeom prst="ellipse">
              <a:avLst/>
            </a:prstGeom>
            <a:solidFill>
              <a:srgbClr val="7FB1D3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138" name="椭圆 137"/>
            <p:cNvSpPr/>
            <p:nvPr/>
          </p:nvSpPr>
          <p:spPr>
            <a:xfrm>
              <a:off x="14576" y="3743"/>
              <a:ext cx="119" cy="119"/>
            </a:xfrm>
            <a:prstGeom prst="ellipse">
              <a:avLst/>
            </a:prstGeom>
            <a:solidFill>
              <a:srgbClr val="7FB1D3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139" name="椭圆 138"/>
            <p:cNvSpPr/>
            <p:nvPr/>
          </p:nvSpPr>
          <p:spPr>
            <a:xfrm>
              <a:off x="14210" y="3451"/>
              <a:ext cx="119" cy="119"/>
            </a:xfrm>
            <a:prstGeom prst="ellipse">
              <a:avLst/>
            </a:prstGeom>
            <a:solidFill>
              <a:srgbClr val="7FB1D3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140" name="椭圆 139"/>
            <p:cNvSpPr/>
            <p:nvPr/>
          </p:nvSpPr>
          <p:spPr>
            <a:xfrm>
              <a:off x="14691" y="3570"/>
              <a:ext cx="119" cy="119"/>
            </a:xfrm>
            <a:prstGeom prst="ellipse">
              <a:avLst/>
            </a:prstGeom>
            <a:solidFill>
              <a:srgbClr val="7FB1D3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141" name="椭圆 140"/>
            <p:cNvSpPr/>
            <p:nvPr/>
          </p:nvSpPr>
          <p:spPr>
            <a:xfrm>
              <a:off x="13929" y="4015"/>
              <a:ext cx="119" cy="119"/>
            </a:xfrm>
            <a:prstGeom prst="ellipse">
              <a:avLst/>
            </a:prstGeom>
            <a:solidFill>
              <a:srgbClr val="7FB1D3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142" name="椭圆 141"/>
            <p:cNvSpPr/>
            <p:nvPr/>
          </p:nvSpPr>
          <p:spPr>
            <a:xfrm>
              <a:off x="14457" y="3864"/>
              <a:ext cx="119" cy="119"/>
            </a:xfrm>
            <a:prstGeom prst="ellipse">
              <a:avLst/>
            </a:prstGeom>
            <a:solidFill>
              <a:srgbClr val="7FB1D3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143" name="椭圆 142"/>
            <p:cNvSpPr/>
            <p:nvPr/>
          </p:nvSpPr>
          <p:spPr>
            <a:xfrm>
              <a:off x="15637" y="3700"/>
              <a:ext cx="119" cy="119"/>
            </a:xfrm>
            <a:prstGeom prst="ellipse">
              <a:avLst/>
            </a:prstGeom>
            <a:solidFill>
              <a:srgbClr val="FB7F72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144" name="椭圆 143"/>
            <p:cNvSpPr/>
            <p:nvPr/>
          </p:nvSpPr>
          <p:spPr>
            <a:xfrm>
              <a:off x="15427" y="3838"/>
              <a:ext cx="119" cy="119"/>
            </a:xfrm>
            <a:prstGeom prst="ellipse">
              <a:avLst/>
            </a:prstGeom>
            <a:solidFill>
              <a:srgbClr val="FB7F72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145" name="椭圆 144"/>
            <p:cNvSpPr/>
            <p:nvPr/>
          </p:nvSpPr>
          <p:spPr>
            <a:xfrm>
              <a:off x="15756" y="3957"/>
              <a:ext cx="119" cy="119"/>
            </a:xfrm>
            <a:prstGeom prst="ellipse">
              <a:avLst/>
            </a:prstGeom>
            <a:solidFill>
              <a:srgbClr val="FB7F72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146" name="椭圆 145"/>
            <p:cNvSpPr/>
            <p:nvPr/>
          </p:nvSpPr>
          <p:spPr>
            <a:xfrm>
              <a:off x="16012" y="3429"/>
              <a:ext cx="119" cy="119"/>
            </a:xfrm>
            <a:prstGeom prst="ellipse">
              <a:avLst/>
            </a:prstGeom>
            <a:solidFill>
              <a:srgbClr val="FB7F72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147" name="椭圆 146"/>
            <p:cNvSpPr/>
            <p:nvPr/>
          </p:nvSpPr>
          <p:spPr>
            <a:xfrm>
              <a:off x="15427" y="4015"/>
              <a:ext cx="119" cy="119"/>
            </a:xfrm>
            <a:prstGeom prst="ellipse">
              <a:avLst/>
            </a:prstGeom>
            <a:solidFill>
              <a:srgbClr val="FB7F72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148" name="椭圆 147"/>
            <p:cNvSpPr/>
            <p:nvPr/>
          </p:nvSpPr>
          <p:spPr>
            <a:xfrm>
              <a:off x="16250" y="4076"/>
              <a:ext cx="119" cy="119"/>
            </a:xfrm>
            <a:prstGeom prst="ellipse">
              <a:avLst/>
            </a:prstGeom>
            <a:solidFill>
              <a:srgbClr val="FB7F72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149" name="椭圆 148"/>
            <p:cNvSpPr/>
            <p:nvPr/>
          </p:nvSpPr>
          <p:spPr>
            <a:xfrm>
              <a:off x="16331" y="3968"/>
              <a:ext cx="119" cy="119"/>
            </a:xfrm>
            <a:prstGeom prst="ellipse">
              <a:avLst/>
            </a:prstGeom>
            <a:solidFill>
              <a:srgbClr val="FB7F72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150" name="椭圆 149"/>
            <p:cNvSpPr/>
            <p:nvPr/>
          </p:nvSpPr>
          <p:spPr>
            <a:xfrm>
              <a:off x="15875" y="4311"/>
              <a:ext cx="119" cy="119"/>
            </a:xfrm>
            <a:prstGeom prst="ellipse">
              <a:avLst/>
            </a:prstGeom>
            <a:solidFill>
              <a:srgbClr val="FB7F72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151" name="椭圆 150"/>
            <p:cNvSpPr/>
            <p:nvPr/>
          </p:nvSpPr>
          <p:spPr>
            <a:xfrm>
              <a:off x="16012" y="3957"/>
              <a:ext cx="119" cy="119"/>
            </a:xfrm>
            <a:prstGeom prst="ellipse">
              <a:avLst/>
            </a:prstGeom>
            <a:solidFill>
              <a:srgbClr val="FB7F72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152" name="椭圆 151"/>
            <p:cNvSpPr/>
            <p:nvPr/>
          </p:nvSpPr>
          <p:spPr>
            <a:xfrm>
              <a:off x="16131" y="4192"/>
              <a:ext cx="119" cy="119"/>
            </a:xfrm>
            <a:prstGeom prst="ellipse">
              <a:avLst/>
            </a:prstGeom>
            <a:solidFill>
              <a:srgbClr val="FB7F72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153" name="椭圆 152"/>
            <p:cNvSpPr/>
            <p:nvPr/>
          </p:nvSpPr>
          <p:spPr>
            <a:xfrm>
              <a:off x="16369" y="4134"/>
              <a:ext cx="119" cy="119"/>
            </a:xfrm>
            <a:prstGeom prst="ellipse">
              <a:avLst/>
            </a:prstGeom>
            <a:solidFill>
              <a:srgbClr val="FB7F72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154" name="椭圆 153"/>
            <p:cNvSpPr/>
            <p:nvPr/>
          </p:nvSpPr>
          <p:spPr>
            <a:xfrm>
              <a:off x="16250" y="4253"/>
              <a:ext cx="119" cy="119"/>
            </a:xfrm>
            <a:prstGeom prst="ellipse">
              <a:avLst/>
            </a:prstGeom>
            <a:solidFill>
              <a:srgbClr val="FB7F72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155" name="椭圆 154"/>
            <p:cNvSpPr/>
            <p:nvPr/>
          </p:nvSpPr>
          <p:spPr>
            <a:xfrm>
              <a:off x="16331" y="3968"/>
              <a:ext cx="119" cy="119"/>
            </a:xfrm>
            <a:prstGeom prst="ellipse">
              <a:avLst/>
            </a:prstGeom>
            <a:solidFill>
              <a:srgbClr val="FB7F72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156" name="椭圆 155"/>
            <p:cNvSpPr/>
            <p:nvPr/>
          </p:nvSpPr>
          <p:spPr>
            <a:xfrm>
              <a:off x="15756" y="3429"/>
              <a:ext cx="119" cy="119"/>
            </a:xfrm>
            <a:prstGeom prst="ellipse">
              <a:avLst/>
            </a:prstGeom>
            <a:solidFill>
              <a:srgbClr val="FB7F72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157" name="椭圆 156"/>
            <p:cNvSpPr/>
            <p:nvPr/>
          </p:nvSpPr>
          <p:spPr>
            <a:xfrm>
              <a:off x="15308" y="3377"/>
              <a:ext cx="119" cy="119"/>
            </a:xfrm>
            <a:prstGeom prst="ellipse">
              <a:avLst/>
            </a:prstGeom>
            <a:solidFill>
              <a:srgbClr val="FB7F72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158" name="椭圆 157"/>
            <p:cNvSpPr/>
            <p:nvPr/>
          </p:nvSpPr>
          <p:spPr>
            <a:xfrm>
              <a:off x="14311" y="2358"/>
              <a:ext cx="119" cy="119"/>
            </a:xfrm>
            <a:prstGeom prst="ellipse">
              <a:avLst/>
            </a:prstGeom>
            <a:solidFill>
              <a:srgbClr val="FDB462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159" name="椭圆 158"/>
            <p:cNvSpPr/>
            <p:nvPr/>
          </p:nvSpPr>
          <p:spPr>
            <a:xfrm>
              <a:off x="14111" y="2677"/>
              <a:ext cx="119" cy="119"/>
            </a:xfrm>
            <a:prstGeom prst="ellipse">
              <a:avLst/>
            </a:prstGeom>
            <a:solidFill>
              <a:srgbClr val="FDB462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160" name="椭圆 159"/>
            <p:cNvSpPr/>
            <p:nvPr/>
          </p:nvSpPr>
          <p:spPr>
            <a:xfrm>
              <a:off x="14604" y="2212"/>
              <a:ext cx="119" cy="119"/>
            </a:xfrm>
            <a:prstGeom prst="ellipse">
              <a:avLst/>
            </a:prstGeom>
            <a:solidFill>
              <a:srgbClr val="FDB462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161" name="椭圆 160"/>
            <p:cNvSpPr/>
            <p:nvPr/>
          </p:nvSpPr>
          <p:spPr>
            <a:xfrm>
              <a:off x="14604" y="2578"/>
              <a:ext cx="119" cy="119"/>
            </a:xfrm>
            <a:prstGeom prst="ellipse">
              <a:avLst/>
            </a:prstGeom>
            <a:solidFill>
              <a:srgbClr val="FDB462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162" name="椭圆 161"/>
            <p:cNvSpPr/>
            <p:nvPr/>
          </p:nvSpPr>
          <p:spPr>
            <a:xfrm>
              <a:off x="14311" y="2358"/>
              <a:ext cx="119" cy="119"/>
            </a:xfrm>
            <a:prstGeom prst="ellipse">
              <a:avLst/>
            </a:prstGeom>
            <a:solidFill>
              <a:srgbClr val="FDB462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163" name="椭圆 162"/>
            <p:cNvSpPr/>
            <p:nvPr/>
          </p:nvSpPr>
          <p:spPr>
            <a:xfrm>
              <a:off x="14366" y="1999"/>
              <a:ext cx="119" cy="119"/>
            </a:xfrm>
            <a:prstGeom prst="ellipse">
              <a:avLst/>
            </a:prstGeom>
            <a:solidFill>
              <a:srgbClr val="FDB462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164" name="椭圆 163"/>
            <p:cNvSpPr/>
            <p:nvPr/>
          </p:nvSpPr>
          <p:spPr>
            <a:xfrm>
              <a:off x="15226" y="2318"/>
              <a:ext cx="119" cy="119"/>
            </a:xfrm>
            <a:prstGeom prst="ellipse">
              <a:avLst/>
            </a:prstGeom>
            <a:solidFill>
              <a:srgbClr val="FDB462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165" name="椭圆 164"/>
            <p:cNvSpPr/>
            <p:nvPr/>
          </p:nvSpPr>
          <p:spPr>
            <a:xfrm>
              <a:off x="14911" y="2307"/>
              <a:ext cx="119" cy="119"/>
            </a:xfrm>
            <a:prstGeom prst="ellipse">
              <a:avLst/>
            </a:prstGeom>
            <a:solidFill>
              <a:srgbClr val="FDB462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166" name="椭圆 165"/>
            <p:cNvSpPr/>
            <p:nvPr/>
          </p:nvSpPr>
          <p:spPr>
            <a:xfrm>
              <a:off x="15426" y="1999"/>
              <a:ext cx="119" cy="119"/>
            </a:xfrm>
            <a:prstGeom prst="ellipse">
              <a:avLst/>
            </a:prstGeom>
            <a:solidFill>
              <a:srgbClr val="FDB462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167" name="椭圆 166"/>
            <p:cNvSpPr/>
            <p:nvPr/>
          </p:nvSpPr>
          <p:spPr>
            <a:xfrm>
              <a:off x="15030" y="2509"/>
              <a:ext cx="119" cy="119"/>
            </a:xfrm>
            <a:prstGeom prst="ellipse">
              <a:avLst/>
            </a:prstGeom>
            <a:solidFill>
              <a:srgbClr val="FDB462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168" name="椭圆 167"/>
            <p:cNvSpPr/>
            <p:nvPr/>
          </p:nvSpPr>
          <p:spPr>
            <a:xfrm>
              <a:off x="14723" y="2188"/>
              <a:ext cx="119" cy="119"/>
            </a:xfrm>
            <a:prstGeom prst="ellipse">
              <a:avLst/>
            </a:prstGeom>
            <a:solidFill>
              <a:srgbClr val="FDB462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169" name="椭圆 168"/>
            <p:cNvSpPr/>
            <p:nvPr/>
          </p:nvSpPr>
          <p:spPr>
            <a:xfrm>
              <a:off x="15226" y="2318"/>
              <a:ext cx="119" cy="119"/>
            </a:xfrm>
            <a:prstGeom prst="ellipse">
              <a:avLst/>
            </a:prstGeom>
            <a:solidFill>
              <a:srgbClr val="FDB462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170" name="椭圆 169"/>
            <p:cNvSpPr/>
            <p:nvPr/>
          </p:nvSpPr>
          <p:spPr>
            <a:xfrm>
              <a:off x="14723" y="2039"/>
              <a:ext cx="119" cy="119"/>
            </a:xfrm>
            <a:prstGeom prst="ellipse">
              <a:avLst/>
            </a:prstGeom>
            <a:solidFill>
              <a:srgbClr val="FDB462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171" name="椭圆 170"/>
            <p:cNvSpPr/>
            <p:nvPr/>
          </p:nvSpPr>
          <p:spPr>
            <a:xfrm>
              <a:off x="14378" y="2509"/>
              <a:ext cx="119" cy="119"/>
            </a:xfrm>
            <a:prstGeom prst="ellipse">
              <a:avLst/>
            </a:prstGeom>
            <a:solidFill>
              <a:srgbClr val="FDB462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172" name="椭圆 171"/>
            <p:cNvSpPr/>
            <p:nvPr/>
          </p:nvSpPr>
          <p:spPr>
            <a:xfrm>
              <a:off x="14723" y="2390"/>
              <a:ext cx="119" cy="119"/>
            </a:xfrm>
            <a:prstGeom prst="ellipse">
              <a:avLst/>
            </a:prstGeom>
            <a:solidFill>
              <a:srgbClr val="FDB462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173" name="椭圆 172"/>
            <p:cNvSpPr/>
            <p:nvPr/>
          </p:nvSpPr>
          <p:spPr>
            <a:xfrm>
              <a:off x="14842" y="2590"/>
              <a:ext cx="119" cy="119"/>
            </a:xfrm>
            <a:prstGeom prst="ellipse">
              <a:avLst/>
            </a:prstGeom>
            <a:solidFill>
              <a:srgbClr val="FDB462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174" name="椭圆 173"/>
            <p:cNvSpPr/>
            <p:nvPr/>
          </p:nvSpPr>
          <p:spPr>
            <a:xfrm>
              <a:off x="14366" y="2651"/>
              <a:ext cx="119" cy="119"/>
            </a:xfrm>
            <a:prstGeom prst="ellipse">
              <a:avLst/>
            </a:prstGeom>
            <a:solidFill>
              <a:srgbClr val="FDB462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175" name="椭圆 174"/>
            <p:cNvSpPr/>
            <p:nvPr/>
          </p:nvSpPr>
          <p:spPr>
            <a:xfrm>
              <a:off x="14604" y="2882"/>
              <a:ext cx="119" cy="119"/>
            </a:xfrm>
            <a:prstGeom prst="ellipse">
              <a:avLst/>
            </a:prstGeom>
            <a:solidFill>
              <a:srgbClr val="FDB462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176" name="椭圆 175"/>
            <p:cNvSpPr/>
            <p:nvPr/>
          </p:nvSpPr>
          <p:spPr>
            <a:xfrm>
              <a:off x="14311" y="2358"/>
              <a:ext cx="119" cy="119"/>
            </a:xfrm>
            <a:prstGeom prst="ellipse">
              <a:avLst/>
            </a:prstGeom>
            <a:solidFill>
              <a:srgbClr val="FDB462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177" name="椭圆 176"/>
            <p:cNvSpPr/>
            <p:nvPr/>
          </p:nvSpPr>
          <p:spPr>
            <a:xfrm>
              <a:off x="14111" y="2677"/>
              <a:ext cx="119" cy="119"/>
            </a:xfrm>
            <a:prstGeom prst="ellipse">
              <a:avLst/>
            </a:prstGeom>
            <a:solidFill>
              <a:srgbClr val="FDB462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178" name="椭圆 177"/>
            <p:cNvSpPr/>
            <p:nvPr/>
          </p:nvSpPr>
          <p:spPr>
            <a:xfrm>
              <a:off x="14604" y="2212"/>
              <a:ext cx="119" cy="119"/>
            </a:xfrm>
            <a:prstGeom prst="ellipse">
              <a:avLst/>
            </a:prstGeom>
            <a:solidFill>
              <a:srgbClr val="FDB462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179" name="椭圆 178"/>
            <p:cNvSpPr/>
            <p:nvPr/>
          </p:nvSpPr>
          <p:spPr>
            <a:xfrm>
              <a:off x="14604" y="2578"/>
              <a:ext cx="119" cy="119"/>
            </a:xfrm>
            <a:prstGeom prst="ellipse">
              <a:avLst/>
            </a:prstGeom>
            <a:solidFill>
              <a:srgbClr val="FDB462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180" name="椭圆 179"/>
            <p:cNvSpPr/>
            <p:nvPr/>
          </p:nvSpPr>
          <p:spPr>
            <a:xfrm>
              <a:off x="14311" y="2358"/>
              <a:ext cx="119" cy="119"/>
            </a:xfrm>
            <a:prstGeom prst="ellipse">
              <a:avLst/>
            </a:prstGeom>
            <a:solidFill>
              <a:srgbClr val="FDB462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181" name="椭圆 180"/>
            <p:cNvSpPr/>
            <p:nvPr/>
          </p:nvSpPr>
          <p:spPr>
            <a:xfrm>
              <a:off x="14366" y="1999"/>
              <a:ext cx="119" cy="119"/>
            </a:xfrm>
            <a:prstGeom prst="ellipse">
              <a:avLst/>
            </a:prstGeom>
            <a:solidFill>
              <a:srgbClr val="FDB462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182" name="椭圆 181"/>
            <p:cNvSpPr/>
            <p:nvPr/>
          </p:nvSpPr>
          <p:spPr>
            <a:xfrm>
              <a:off x="15226" y="2318"/>
              <a:ext cx="119" cy="119"/>
            </a:xfrm>
            <a:prstGeom prst="ellipse">
              <a:avLst/>
            </a:prstGeom>
            <a:solidFill>
              <a:srgbClr val="FDB462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183" name="椭圆 182"/>
            <p:cNvSpPr/>
            <p:nvPr/>
          </p:nvSpPr>
          <p:spPr>
            <a:xfrm>
              <a:off x="14911" y="2307"/>
              <a:ext cx="119" cy="119"/>
            </a:xfrm>
            <a:prstGeom prst="ellipse">
              <a:avLst/>
            </a:prstGeom>
            <a:solidFill>
              <a:srgbClr val="FDB462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184" name="椭圆 183"/>
            <p:cNvSpPr/>
            <p:nvPr/>
          </p:nvSpPr>
          <p:spPr>
            <a:xfrm>
              <a:off x="15426" y="1999"/>
              <a:ext cx="119" cy="119"/>
            </a:xfrm>
            <a:prstGeom prst="ellipse">
              <a:avLst/>
            </a:prstGeom>
            <a:solidFill>
              <a:srgbClr val="FDB462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185" name="椭圆 184"/>
            <p:cNvSpPr/>
            <p:nvPr/>
          </p:nvSpPr>
          <p:spPr>
            <a:xfrm>
              <a:off x="15030" y="2509"/>
              <a:ext cx="119" cy="119"/>
            </a:xfrm>
            <a:prstGeom prst="ellipse">
              <a:avLst/>
            </a:prstGeom>
            <a:solidFill>
              <a:srgbClr val="FDB462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186" name="椭圆 185"/>
            <p:cNvSpPr/>
            <p:nvPr/>
          </p:nvSpPr>
          <p:spPr>
            <a:xfrm>
              <a:off x="14723" y="2188"/>
              <a:ext cx="119" cy="119"/>
            </a:xfrm>
            <a:prstGeom prst="ellipse">
              <a:avLst/>
            </a:prstGeom>
            <a:solidFill>
              <a:srgbClr val="FDB462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187" name="椭圆 186"/>
            <p:cNvSpPr/>
            <p:nvPr/>
          </p:nvSpPr>
          <p:spPr>
            <a:xfrm>
              <a:off x="15226" y="2318"/>
              <a:ext cx="119" cy="119"/>
            </a:xfrm>
            <a:prstGeom prst="ellipse">
              <a:avLst/>
            </a:prstGeom>
            <a:solidFill>
              <a:srgbClr val="FDB462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188" name="椭圆 187"/>
            <p:cNvSpPr/>
            <p:nvPr/>
          </p:nvSpPr>
          <p:spPr>
            <a:xfrm>
              <a:off x="14723" y="2039"/>
              <a:ext cx="119" cy="119"/>
            </a:xfrm>
            <a:prstGeom prst="ellipse">
              <a:avLst/>
            </a:prstGeom>
            <a:solidFill>
              <a:srgbClr val="FDB462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189" name="椭圆 188"/>
            <p:cNvSpPr/>
            <p:nvPr/>
          </p:nvSpPr>
          <p:spPr>
            <a:xfrm>
              <a:off x="14378" y="2509"/>
              <a:ext cx="119" cy="119"/>
            </a:xfrm>
            <a:prstGeom prst="ellipse">
              <a:avLst/>
            </a:prstGeom>
            <a:solidFill>
              <a:srgbClr val="FDB462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190" name="椭圆 189"/>
            <p:cNvSpPr/>
            <p:nvPr/>
          </p:nvSpPr>
          <p:spPr>
            <a:xfrm>
              <a:off x="14723" y="2390"/>
              <a:ext cx="119" cy="119"/>
            </a:xfrm>
            <a:prstGeom prst="ellipse">
              <a:avLst/>
            </a:prstGeom>
            <a:solidFill>
              <a:srgbClr val="FDB462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191" name="椭圆 190"/>
            <p:cNvSpPr/>
            <p:nvPr/>
          </p:nvSpPr>
          <p:spPr>
            <a:xfrm>
              <a:off x="14842" y="2590"/>
              <a:ext cx="119" cy="119"/>
            </a:xfrm>
            <a:prstGeom prst="ellipse">
              <a:avLst/>
            </a:prstGeom>
            <a:solidFill>
              <a:srgbClr val="FDB462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192" name="椭圆 191"/>
            <p:cNvSpPr/>
            <p:nvPr/>
          </p:nvSpPr>
          <p:spPr>
            <a:xfrm>
              <a:off x="14366" y="2651"/>
              <a:ext cx="119" cy="119"/>
            </a:xfrm>
            <a:prstGeom prst="ellipse">
              <a:avLst/>
            </a:prstGeom>
            <a:solidFill>
              <a:srgbClr val="FDB462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193" name="椭圆 192"/>
            <p:cNvSpPr/>
            <p:nvPr/>
          </p:nvSpPr>
          <p:spPr>
            <a:xfrm>
              <a:off x="14604" y="2882"/>
              <a:ext cx="119" cy="119"/>
            </a:xfrm>
            <a:prstGeom prst="ellipse">
              <a:avLst/>
            </a:prstGeom>
            <a:solidFill>
              <a:srgbClr val="FDB462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194" name="椭圆 193"/>
            <p:cNvSpPr/>
            <p:nvPr/>
          </p:nvSpPr>
          <p:spPr>
            <a:xfrm>
              <a:off x="15693" y="3428"/>
              <a:ext cx="119" cy="119"/>
            </a:xfrm>
            <a:prstGeom prst="ellipse">
              <a:avLst/>
            </a:prstGeom>
            <a:solidFill>
              <a:srgbClr val="FB7F72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195" name="椭圆 194"/>
            <p:cNvSpPr/>
            <p:nvPr/>
          </p:nvSpPr>
          <p:spPr>
            <a:xfrm>
              <a:off x="15483" y="3566"/>
              <a:ext cx="119" cy="119"/>
            </a:xfrm>
            <a:prstGeom prst="ellipse">
              <a:avLst/>
            </a:prstGeom>
            <a:solidFill>
              <a:srgbClr val="FB7F72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196" name="椭圆 195"/>
            <p:cNvSpPr/>
            <p:nvPr/>
          </p:nvSpPr>
          <p:spPr>
            <a:xfrm>
              <a:off x="15812" y="3685"/>
              <a:ext cx="119" cy="119"/>
            </a:xfrm>
            <a:prstGeom prst="ellipse">
              <a:avLst/>
            </a:prstGeom>
            <a:solidFill>
              <a:srgbClr val="FB7F72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197" name="椭圆 196"/>
            <p:cNvSpPr/>
            <p:nvPr/>
          </p:nvSpPr>
          <p:spPr>
            <a:xfrm>
              <a:off x="16068" y="3157"/>
              <a:ext cx="119" cy="119"/>
            </a:xfrm>
            <a:prstGeom prst="ellipse">
              <a:avLst/>
            </a:prstGeom>
            <a:solidFill>
              <a:srgbClr val="FB7F72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198" name="椭圆 197"/>
            <p:cNvSpPr/>
            <p:nvPr/>
          </p:nvSpPr>
          <p:spPr>
            <a:xfrm>
              <a:off x="15483" y="3743"/>
              <a:ext cx="119" cy="119"/>
            </a:xfrm>
            <a:prstGeom prst="ellipse">
              <a:avLst/>
            </a:prstGeom>
            <a:solidFill>
              <a:srgbClr val="FB7F72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199" name="椭圆 198"/>
            <p:cNvSpPr/>
            <p:nvPr/>
          </p:nvSpPr>
          <p:spPr>
            <a:xfrm>
              <a:off x="16306" y="3804"/>
              <a:ext cx="119" cy="119"/>
            </a:xfrm>
            <a:prstGeom prst="ellipse">
              <a:avLst/>
            </a:prstGeom>
            <a:solidFill>
              <a:srgbClr val="FB7F72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200" name="椭圆 199"/>
            <p:cNvSpPr/>
            <p:nvPr/>
          </p:nvSpPr>
          <p:spPr>
            <a:xfrm>
              <a:off x="16387" y="3696"/>
              <a:ext cx="119" cy="119"/>
            </a:xfrm>
            <a:prstGeom prst="ellipse">
              <a:avLst/>
            </a:prstGeom>
            <a:solidFill>
              <a:srgbClr val="FB7F72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201" name="椭圆 200"/>
            <p:cNvSpPr/>
            <p:nvPr/>
          </p:nvSpPr>
          <p:spPr>
            <a:xfrm>
              <a:off x="15931" y="4039"/>
              <a:ext cx="119" cy="119"/>
            </a:xfrm>
            <a:prstGeom prst="ellipse">
              <a:avLst/>
            </a:prstGeom>
            <a:solidFill>
              <a:srgbClr val="FB7F72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202" name="椭圆 201"/>
            <p:cNvSpPr/>
            <p:nvPr/>
          </p:nvSpPr>
          <p:spPr>
            <a:xfrm>
              <a:off x="16068" y="3685"/>
              <a:ext cx="119" cy="119"/>
            </a:xfrm>
            <a:prstGeom prst="ellipse">
              <a:avLst/>
            </a:prstGeom>
            <a:solidFill>
              <a:srgbClr val="FB7F72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203" name="椭圆 202"/>
            <p:cNvSpPr/>
            <p:nvPr/>
          </p:nvSpPr>
          <p:spPr>
            <a:xfrm>
              <a:off x="16187" y="3920"/>
              <a:ext cx="119" cy="119"/>
            </a:xfrm>
            <a:prstGeom prst="ellipse">
              <a:avLst/>
            </a:prstGeom>
            <a:solidFill>
              <a:srgbClr val="FB7F72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204" name="椭圆 203"/>
            <p:cNvSpPr/>
            <p:nvPr/>
          </p:nvSpPr>
          <p:spPr>
            <a:xfrm>
              <a:off x="16425" y="3862"/>
              <a:ext cx="119" cy="119"/>
            </a:xfrm>
            <a:prstGeom prst="ellipse">
              <a:avLst/>
            </a:prstGeom>
            <a:solidFill>
              <a:srgbClr val="FB7F72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205" name="椭圆 204"/>
            <p:cNvSpPr/>
            <p:nvPr/>
          </p:nvSpPr>
          <p:spPr>
            <a:xfrm>
              <a:off x="16306" y="3981"/>
              <a:ext cx="119" cy="119"/>
            </a:xfrm>
            <a:prstGeom prst="ellipse">
              <a:avLst/>
            </a:prstGeom>
            <a:solidFill>
              <a:srgbClr val="FB7F72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206" name="椭圆 205"/>
            <p:cNvSpPr/>
            <p:nvPr/>
          </p:nvSpPr>
          <p:spPr>
            <a:xfrm>
              <a:off x="16387" y="3696"/>
              <a:ext cx="119" cy="119"/>
            </a:xfrm>
            <a:prstGeom prst="ellipse">
              <a:avLst/>
            </a:prstGeom>
            <a:solidFill>
              <a:srgbClr val="FB7F72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207" name="椭圆 206"/>
            <p:cNvSpPr/>
            <p:nvPr/>
          </p:nvSpPr>
          <p:spPr>
            <a:xfrm>
              <a:off x="15812" y="3157"/>
              <a:ext cx="119" cy="119"/>
            </a:xfrm>
            <a:prstGeom prst="ellipse">
              <a:avLst/>
            </a:prstGeom>
            <a:solidFill>
              <a:srgbClr val="FB7F72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208" name="椭圆 207"/>
            <p:cNvSpPr/>
            <p:nvPr/>
          </p:nvSpPr>
          <p:spPr>
            <a:xfrm>
              <a:off x="15364" y="3105"/>
              <a:ext cx="119" cy="119"/>
            </a:xfrm>
            <a:prstGeom prst="ellipse">
              <a:avLst/>
            </a:prstGeom>
            <a:solidFill>
              <a:srgbClr val="FB7F72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209" name="椭圆 208"/>
            <p:cNvSpPr/>
            <p:nvPr/>
          </p:nvSpPr>
          <p:spPr>
            <a:xfrm>
              <a:off x="15693" y="3428"/>
              <a:ext cx="119" cy="119"/>
            </a:xfrm>
            <a:prstGeom prst="ellipse">
              <a:avLst/>
            </a:prstGeom>
            <a:solidFill>
              <a:srgbClr val="FB7F72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210" name="椭圆 209"/>
            <p:cNvSpPr/>
            <p:nvPr/>
          </p:nvSpPr>
          <p:spPr>
            <a:xfrm>
              <a:off x="15483" y="3566"/>
              <a:ext cx="119" cy="119"/>
            </a:xfrm>
            <a:prstGeom prst="ellipse">
              <a:avLst/>
            </a:prstGeom>
            <a:solidFill>
              <a:srgbClr val="FB7F72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211" name="椭圆 210"/>
            <p:cNvSpPr/>
            <p:nvPr/>
          </p:nvSpPr>
          <p:spPr>
            <a:xfrm>
              <a:off x="15812" y="3685"/>
              <a:ext cx="119" cy="119"/>
            </a:xfrm>
            <a:prstGeom prst="ellipse">
              <a:avLst/>
            </a:prstGeom>
            <a:solidFill>
              <a:srgbClr val="FB7F72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212" name="椭圆 211"/>
            <p:cNvSpPr/>
            <p:nvPr/>
          </p:nvSpPr>
          <p:spPr>
            <a:xfrm>
              <a:off x="16068" y="3157"/>
              <a:ext cx="119" cy="119"/>
            </a:xfrm>
            <a:prstGeom prst="ellipse">
              <a:avLst/>
            </a:prstGeom>
            <a:solidFill>
              <a:srgbClr val="FB7F72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213" name="椭圆 212"/>
            <p:cNvSpPr/>
            <p:nvPr/>
          </p:nvSpPr>
          <p:spPr>
            <a:xfrm>
              <a:off x="15483" y="3743"/>
              <a:ext cx="119" cy="119"/>
            </a:xfrm>
            <a:prstGeom prst="ellipse">
              <a:avLst/>
            </a:prstGeom>
            <a:solidFill>
              <a:srgbClr val="FB7F72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214" name="椭圆 213"/>
            <p:cNvSpPr/>
            <p:nvPr/>
          </p:nvSpPr>
          <p:spPr>
            <a:xfrm>
              <a:off x="16306" y="3804"/>
              <a:ext cx="119" cy="119"/>
            </a:xfrm>
            <a:prstGeom prst="ellipse">
              <a:avLst/>
            </a:prstGeom>
            <a:solidFill>
              <a:srgbClr val="FB7F72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215" name="椭圆 214"/>
            <p:cNvSpPr/>
            <p:nvPr/>
          </p:nvSpPr>
          <p:spPr>
            <a:xfrm>
              <a:off x="16387" y="3696"/>
              <a:ext cx="119" cy="119"/>
            </a:xfrm>
            <a:prstGeom prst="ellipse">
              <a:avLst/>
            </a:prstGeom>
            <a:solidFill>
              <a:srgbClr val="FB7F72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216" name="椭圆 215"/>
            <p:cNvSpPr/>
            <p:nvPr/>
          </p:nvSpPr>
          <p:spPr>
            <a:xfrm>
              <a:off x="16068" y="3685"/>
              <a:ext cx="119" cy="119"/>
            </a:xfrm>
            <a:prstGeom prst="ellipse">
              <a:avLst/>
            </a:prstGeom>
            <a:solidFill>
              <a:srgbClr val="FB7F72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217" name="椭圆 216"/>
            <p:cNvSpPr/>
            <p:nvPr/>
          </p:nvSpPr>
          <p:spPr>
            <a:xfrm>
              <a:off x="16187" y="3920"/>
              <a:ext cx="119" cy="119"/>
            </a:xfrm>
            <a:prstGeom prst="ellipse">
              <a:avLst/>
            </a:prstGeom>
            <a:solidFill>
              <a:srgbClr val="FB7F72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218" name="椭圆 217"/>
            <p:cNvSpPr/>
            <p:nvPr/>
          </p:nvSpPr>
          <p:spPr>
            <a:xfrm>
              <a:off x="16425" y="3862"/>
              <a:ext cx="119" cy="119"/>
            </a:xfrm>
            <a:prstGeom prst="ellipse">
              <a:avLst/>
            </a:prstGeom>
            <a:solidFill>
              <a:srgbClr val="FB7F72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219" name="椭圆 218"/>
            <p:cNvSpPr/>
            <p:nvPr/>
          </p:nvSpPr>
          <p:spPr>
            <a:xfrm>
              <a:off x="16306" y="3981"/>
              <a:ext cx="119" cy="119"/>
            </a:xfrm>
            <a:prstGeom prst="ellipse">
              <a:avLst/>
            </a:prstGeom>
            <a:solidFill>
              <a:srgbClr val="FB7F72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220" name="椭圆 219"/>
            <p:cNvSpPr/>
            <p:nvPr/>
          </p:nvSpPr>
          <p:spPr>
            <a:xfrm>
              <a:off x="16387" y="3696"/>
              <a:ext cx="119" cy="119"/>
            </a:xfrm>
            <a:prstGeom prst="ellipse">
              <a:avLst/>
            </a:prstGeom>
            <a:solidFill>
              <a:srgbClr val="FB7F72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221" name="椭圆 220"/>
            <p:cNvSpPr/>
            <p:nvPr/>
          </p:nvSpPr>
          <p:spPr>
            <a:xfrm>
              <a:off x="15812" y="3157"/>
              <a:ext cx="119" cy="119"/>
            </a:xfrm>
            <a:prstGeom prst="ellipse">
              <a:avLst/>
            </a:prstGeom>
            <a:solidFill>
              <a:srgbClr val="FB7F72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222" name="椭圆 221"/>
            <p:cNvSpPr/>
            <p:nvPr/>
          </p:nvSpPr>
          <p:spPr>
            <a:xfrm>
              <a:off x="15364" y="3105"/>
              <a:ext cx="119" cy="119"/>
            </a:xfrm>
            <a:prstGeom prst="ellipse">
              <a:avLst/>
            </a:prstGeom>
            <a:solidFill>
              <a:srgbClr val="FB7F72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223" name="椭圆 222"/>
            <p:cNvSpPr/>
            <p:nvPr/>
          </p:nvSpPr>
          <p:spPr>
            <a:xfrm>
              <a:off x="14076" y="4515"/>
              <a:ext cx="119" cy="119"/>
            </a:xfrm>
            <a:prstGeom prst="ellipse">
              <a:avLst/>
            </a:prstGeom>
            <a:solidFill>
              <a:srgbClr val="7FB1D3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224" name="椭圆 223"/>
            <p:cNvSpPr/>
            <p:nvPr/>
          </p:nvSpPr>
          <p:spPr>
            <a:xfrm>
              <a:off x="14076" y="4515"/>
              <a:ext cx="119" cy="119"/>
            </a:xfrm>
            <a:prstGeom prst="ellipse">
              <a:avLst/>
            </a:prstGeom>
            <a:solidFill>
              <a:srgbClr val="7FB1D3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225" name="椭圆 224"/>
            <p:cNvSpPr/>
            <p:nvPr/>
          </p:nvSpPr>
          <p:spPr>
            <a:xfrm>
              <a:off x="14183" y="3929"/>
              <a:ext cx="119" cy="119"/>
            </a:xfrm>
            <a:prstGeom prst="ellipse">
              <a:avLst/>
            </a:prstGeom>
            <a:solidFill>
              <a:srgbClr val="7FB1D3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226" name="椭圆 225"/>
            <p:cNvSpPr/>
            <p:nvPr/>
          </p:nvSpPr>
          <p:spPr>
            <a:xfrm>
              <a:off x="14395" y="4434"/>
              <a:ext cx="119" cy="119"/>
            </a:xfrm>
            <a:prstGeom prst="ellipse">
              <a:avLst/>
            </a:prstGeom>
            <a:solidFill>
              <a:srgbClr val="7FB1D3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227" name="椭圆 226"/>
            <p:cNvSpPr/>
            <p:nvPr/>
          </p:nvSpPr>
          <p:spPr>
            <a:xfrm>
              <a:off x="14876" y="4425"/>
              <a:ext cx="119" cy="119"/>
            </a:xfrm>
            <a:prstGeom prst="ellipse">
              <a:avLst/>
            </a:prstGeom>
            <a:solidFill>
              <a:srgbClr val="7FB1D3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228" name="椭圆 227"/>
            <p:cNvSpPr/>
            <p:nvPr/>
          </p:nvSpPr>
          <p:spPr>
            <a:xfrm>
              <a:off x="14876" y="4425"/>
              <a:ext cx="119" cy="119"/>
            </a:xfrm>
            <a:prstGeom prst="ellipse">
              <a:avLst/>
            </a:prstGeom>
            <a:solidFill>
              <a:srgbClr val="7FB1D3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229" name="椭圆 228"/>
            <p:cNvSpPr/>
            <p:nvPr/>
          </p:nvSpPr>
          <p:spPr>
            <a:xfrm>
              <a:off x="14114" y="4350"/>
              <a:ext cx="119" cy="119"/>
            </a:xfrm>
            <a:prstGeom prst="ellipse">
              <a:avLst/>
            </a:prstGeom>
            <a:solidFill>
              <a:srgbClr val="7FB1D3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230" name="椭圆 229"/>
            <p:cNvSpPr/>
            <p:nvPr/>
          </p:nvSpPr>
          <p:spPr>
            <a:xfrm>
              <a:off x="13995" y="4306"/>
              <a:ext cx="119" cy="119"/>
            </a:xfrm>
            <a:prstGeom prst="ellipse">
              <a:avLst/>
            </a:prstGeom>
            <a:solidFill>
              <a:srgbClr val="7FB1D3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231" name="椭圆 230"/>
            <p:cNvSpPr/>
            <p:nvPr/>
          </p:nvSpPr>
          <p:spPr>
            <a:xfrm>
              <a:off x="14876" y="3695"/>
              <a:ext cx="119" cy="119"/>
            </a:xfrm>
            <a:prstGeom prst="ellipse">
              <a:avLst/>
            </a:prstGeom>
            <a:solidFill>
              <a:srgbClr val="7FB1D3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232" name="椭圆 231"/>
            <p:cNvSpPr/>
            <p:nvPr/>
          </p:nvSpPr>
          <p:spPr>
            <a:xfrm>
              <a:off x="14183" y="3469"/>
              <a:ext cx="119" cy="119"/>
            </a:xfrm>
            <a:prstGeom prst="ellipse">
              <a:avLst/>
            </a:prstGeom>
            <a:solidFill>
              <a:srgbClr val="7FB1D3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233" name="椭圆 232"/>
            <p:cNvSpPr/>
            <p:nvPr/>
          </p:nvSpPr>
          <p:spPr>
            <a:xfrm>
              <a:off x="13957" y="4469"/>
              <a:ext cx="119" cy="119"/>
            </a:xfrm>
            <a:prstGeom prst="ellipse">
              <a:avLst/>
            </a:prstGeom>
            <a:solidFill>
              <a:srgbClr val="7FB1D3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234" name="椭圆 233"/>
            <p:cNvSpPr/>
            <p:nvPr/>
          </p:nvSpPr>
          <p:spPr>
            <a:xfrm>
              <a:off x="14114" y="3752"/>
              <a:ext cx="119" cy="119"/>
            </a:xfrm>
            <a:prstGeom prst="ellipse">
              <a:avLst/>
            </a:prstGeom>
            <a:solidFill>
              <a:srgbClr val="7FB1D3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235" name="椭圆 234"/>
            <p:cNvSpPr/>
            <p:nvPr/>
          </p:nvSpPr>
          <p:spPr>
            <a:xfrm>
              <a:off x="13957" y="3906"/>
              <a:ext cx="119" cy="119"/>
            </a:xfrm>
            <a:prstGeom prst="ellipse">
              <a:avLst/>
            </a:prstGeom>
            <a:solidFill>
              <a:srgbClr val="7FB1D3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236" name="椭圆 235"/>
            <p:cNvSpPr/>
            <p:nvPr/>
          </p:nvSpPr>
          <p:spPr>
            <a:xfrm>
              <a:off x="14557" y="3810"/>
              <a:ext cx="119" cy="119"/>
            </a:xfrm>
            <a:prstGeom prst="ellipse">
              <a:avLst/>
            </a:prstGeom>
            <a:solidFill>
              <a:srgbClr val="7FB1D3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237" name="椭圆 236"/>
            <p:cNvSpPr/>
            <p:nvPr/>
          </p:nvSpPr>
          <p:spPr>
            <a:xfrm>
              <a:off x="14395" y="3576"/>
              <a:ext cx="119" cy="119"/>
            </a:xfrm>
            <a:prstGeom prst="ellipse">
              <a:avLst/>
            </a:prstGeom>
            <a:solidFill>
              <a:srgbClr val="7FB1D3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238" name="椭圆 237"/>
            <p:cNvSpPr/>
            <p:nvPr/>
          </p:nvSpPr>
          <p:spPr>
            <a:xfrm>
              <a:off x="14114" y="4140"/>
              <a:ext cx="119" cy="119"/>
            </a:xfrm>
            <a:prstGeom prst="ellipse">
              <a:avLst/>
            </a:prstGeom>
            <a:solidFill>
              <a:srgbClr val="7FB1D3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239" name="椭圆 238"/>
            <p:cNvSpPr/>
            <p:nvPr/>
          </p:nvSpPr>
          <p:spPr>
            <a:xfrm>
              <a:off x="14642" y="3989"/>
              <a:ext cx="119" cy="119"/>
            </a:xfrm>
            <a:prstGeom prst="ellipse">
              <a:avLst/>
            </a:prstGeom>
            <a:solidFill>
              <a:srgbClr val="7FB1D3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240" name="椭圆 239"/>
            <p:cNvSpPr/>
            <p:nvPr/>
          </p:nvSpPr>
          <p:spPr>
            <a:xfrm>
              <a:off x="14183" y="3929"/>
              <a:ext cx="119" cy="119"/>
            </a:xfrm>
            <a:prstGeom prst="ellipse">
              <a:avLst/>
            </a:prstGeom>
            <a:solidFill>
              <a:srgbClr val="7FB1D3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241" name="椭圆 240"/>
            <p:cNvSpPr/>
            <p:nvPr/>
          </p:nvSpPr>
          <p:spPr>
            <a:xfrm>
              <a:off x="14395" y="4434"/>
              <a:ext cx="119" cy="119"/>
            </a:xfrm>
            <a:prstGeom prst="ellipse">
              <a:avLst/>
            </a:prstGeom>
            <a:solidFill>
              <a:srgbClr val="7FB1D3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242" name="椭圆 241"/>
            <p:cNvSpPr/>
            <p:nvPr/>
          </p:nvSpPr>
          <p:spPr>
            <a:xfrm>
              <a:off x="14114" y="4350"/>
              <a:ext cx="119" cy="119"/>
            </a:xfrm>
            <a:prstGeom prst="ellipse">
              <a:avLst/>
            </a:prstGeom>
            <a:solidFill>
              <a:srgbClr val="7FB1D3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243" name="椭圆 242"/>
            <p:cNvSpPr/>
            <p:nvPr/>
          </p:nvSpPr>
          <p:spPr>
            <a:xfrm>
              <a:off x="13995" y="4306"/>
              <a:ext cx="119" cy="119"/>
            </a:xfrm>
            <a:prstGeom prst="ellipse">
              <a:avLst/>
            </a:prstGeom>
            <a:solidFill>
              <a:srgbClr val="7FB1D3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244" name="椭圆 243"/>
            <p:cNvSpPr/>
            <p:nvPr/>
          </p:nvSpPr>
          <p:spPr>
            <a:xfrm>
              <a:off x="14183" y="3469"/>
              <a:ext cx="119" cy="119"/>
            </a:xfrm>
            <a:prstGeom prst="ellipse">
              <a:avLst/>
            </a:prstGeom>
            <a:solidFill>
              <a:srgbClr val="7FB1D3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245" name="椭圆 244"/>
            <p:cNvSpPr/>
            <p:nvPr/>
          </p:nvSpPr>
          <p:spPr>
            <a:xfrm>
              <a:off x="14114" y="3752"/>
              <a:ext cx="119" cy="119"/>
            </a:xfrm>
            <a:prstGeom prst="ellipse">
              <a:avLst/>
            </a:prstGeom>
            <a:solidFill>
              <a:srgbClr val="7FB1D3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246" name="椭圆 245"/>
            <p:cNvSpPr/>
            <p:nvPr/>
          </p:nvSpPr>
          <p:spPr>
            <a:xfrm>
              <a:off x="13957" y="3906"/>
              <a:ext cx="119" cy="119"/>
            </a:xfrm>
            <a:prstGeom prst="ellipse">
              <a:avLst/>
            </a:prstGeom>
            <a:solidFill>
              <a:srgbClr val="7FB1D3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247" name="椭圆 246"/>
            <p:cNvSpPr/>
            <p:nvPr/>
          </p:nvSpPr>
          <p:spPr>
            <a:xfrm>
              <a:off x="14395" y="3576"/>
              <a:ext cx="119" cy="119"/>
            </a:xfrm>
            <a:prstGeom prst="ellipse">
              <a:avLst/>
            </a:prstGeom>
            <a:solidFill>
              <a:srgbClr val="7FB1D3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248" name="椭圆 247"/>
            <p:cNvSpPr/>
            <p:nvPr/>
          </p:nvSpPr>
          <p:spPr>
            <a:xfrm>
              <a:off x="14114" y="4140"/>
              <a:ext cx="119" cy="119"/>
            </a:xfrm>
            <a:prstGeom prst="ellipse">
              <a:avLst/>
            </a:prstGeom>
            <a:solidFill>
              <a:srgbClr val="7FB1D3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249" name="椭圆 248"/>
            <p:cNvSpPr/>
            <p:nvPr/>
          </p:nvSpPr>
          <p:spPr>
            <a:xfrm>
              <a:off x="13782" y="4152"/>
              <a:ext cx="184" cy="184"/>
            </a:xfrm>
            <a:prstGeom prst="ellipse">
              <a:avLst/>
            </a:prstGeom>
            <a:noFill/>
            <a:ln w="15875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250" name="椭圆 249"/>
            <p:cNvSpPr/>
            <p:nvPr/>
          </p:nvSpPr>
          <p:spPr>
            <a:xfrm>
              <a:off x="15727" y="3923"/>
              <a:ext cx="184" cy="184"/>
            </a:xfrm>
            <a:prstGeom prst="ellipse">
              <a:avLst/>
            </a:prstGeom>
            <a:noFill/>
            <a:ln w="15875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251" name="椭圆 250"/>
            <p:cNvSpPr/>
            <p:nvPr/>
          </p:nvSpPr>
          <p:spPr>
            <a:xfrm>
              <a:off x="14414" y="2161"/>
              <a:ext cx="184" cy="184"/>
            </a:xfrm>
            <a:prstGeom prst="ellipse">
              <a:avLst/>
            </a:prstGeom>
            <a:noFill/>
            <a:ln w="15875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</p:grpSp>
      <p:sp>
        <p:nvSpPr>
          <p:cNvPr id="253" name="矩形 252"/>
          <p:cNvSpPr/>
          <p:nvPr/>
        </p:nvSpPr>
        <p:spPr>
          <a:xfrm>
            <a:off x="3498111" y="1879790"/>
            <a:ext cx="1520825" cy="969010"/>
          </a:xfrm>
          <a:prstGeom prst="rect">
            <a:avLst/>
          </a:prstGeom>
          <a:noFill/>
          <a:ln w="15875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0">
            <a:srgbClr val="FFFFFF"/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 sz="1400">
                <a:solidFill>
                  <a:schemeClr val="tx1"/>
                </a:solidFill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</a:rPr>
              <a:t>Retrieve Demos</a:t>
            </a:r>
            <a:endParaRPr lang="en-US" altLang="zh-CN" sz="1400">
              <a:solidFill>
                <a:schemeClr val="tx1"/>
              </a:solidFill>
              <a:latin typeface="Times New Roman" panose="02020603050405020304" charset="0"/>
              <a:ea typeface="微软雅黑" panose="020B0503020204020204" charset="-122"/>
              <a:cs typeface="Times New Roman" panose="02020603050405020304" charset="0"/>
            </a:endParaRPr>
          </a:p>
          <a:p>
            <a:pPr algn="ctr"/>
            <a:r>
              <a:rPr lang="en-US" altLang="zh-CN" sz="1400">
                <a:solidFill>
                  <a:schemeClr val="tx1"/>
                </a:solidFill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</a:rPr>
              <a:t>&amp;</a:t>
            </a:r>
            <a:br>
              <a:rPr lang="en-US" altLang="zh-CN" sz="1400">
                <a:solidFill>
                  <a:schemeClr val="tx1"/>
                </a:solidFill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</a:rPr>
            </a:br>
            <a:r>
              <a:rPr lang="en-US" altLang="zh-CN" sz="1400">
                <a:solidFill>
                  <a:schemeClr val="tx1"/>
                </a:solidFill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</a:rPr>
              <a:t>Embed in Text Template</a:t>
            </a:r>
            <a:endParaRPr lang="en-US" altLang="zh-CN" sz="1400">
              <a:solidFill>
                <a:schemeClr val="tx1"/>
              </a:solidFill>
              <a:latin typeface="Times New Roman" panose="02020603050405020304" charset="0"/>
              <a:ea typeface="微软雅黑" panose="020B0503020204020204" charset="-122"/>
              <a:cs typeface="Times New Roman" panose="02020603050405020304" charset="0"/>
            </a:endParaRPr>
          </a:p>
        </p:txBody>
      </p:sp>
      <p:grpSp>
        <p:nvGrpSpPr>
          <p:cNvPr id="268" name="组合 267"/>
          <p:cNvGrpSpPr/>
          <p:nvPr>
            <p:custDataLst>
              <p:tags r:id="rId2"/>
            </p:custDataLst>
          </p:nvPr>
        </p:nvGrpSpPr>
        <p:grpSpPr>
          <a:xfrm>
            <a:off x="169545" y="1864995"/>
            <a:ext cx="2265045" cy="2938145"/>
            <a:chOff x="8653" y="4952"/>
            <a:chExt cx="3567" cy="4628"/>
          </a:xfrm>
        </p:grpSpPr>
        <p:sp>
          <p:nvSpPr>
            <p:cNvPr id="255" name="矩形 254"/>
            <p:cNvSpPr/>
            <p:nvPr/>
          </p:nvSpPr>
          <p:spPr>
            <a:xfrm>
              <a:off x="8720" y="5390"/>
              <a:ext cx="3480" cy="419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256" name="文本框 255"/>
            <p:cNvSpPr txBox="1"/>
            <p:nvPr/>
          </p:nvSpPr>
          <p:spPr>
            <a:xfrm>
              <a:off x="8653" y="4952"/>
              <a:ext cx="1595" cy="48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en-US" altLang="zh-CN" sz="1400">
                  <a:latin typeface="Times New Roman" panose="02020603050405020304" charset="0"/>
                  <a:cs typeface="Times New Roman" panose="02020603050405020304" charset="0"/>
                </a:rPr>
                <a:t>Prompt</a:t>
              </a:r>
              <a:endParaRPr lang="en-US" altLang="zh-CN" sz="1400">
                <a:latin typeface="Times New Roman" panose="02020603050405020304" charset="0"/>
                <a:cs typeface="Times New Roman" panose="02020603050405020304" charset="0"/>
              </a:endParaRPr>
            </a:p>
          </p:txBody>
        </p:sp>
        <p:sp>
          <p:nvSpPr>
            <p:cNvPr id="257" name="文本框 256"/>
            <p:cNvSpPr txBox="1"/>
            <p:nvPr>
              <p:custDataLst>
                <p:tags r:id="rId3"/>
              </p:custDataLst>
            </p:nvPr>
          </p:nvSpPr>
          <p:spPr>
            <a:xfrm>
              <a:off x="8880" y="5875"/>
              <a:ext cx="3320" cy="62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en-US" altLang="zh-CN" sz="1000" b="1">
                  <a:solidFill>
                    <a:srgbClr val="FDB462"/>
                  </a:solidFill>
                  <a:latin typeface="Times New Roman" panose="02020603050405020304" charset="0"/>
                  <a:cs typeface="Times New Roman" panose="02020603050405020304" charset="0"/>
                </a:rPr>
                <a:t>Demo1: [1.2, 3.10, 32, 0.19, 0.56]</a:t>
              </a:r>
              <a:endParaRPr lang="en-US" altLang="zh-CN" sz="1000" b="1">
                <a:solidFill>
                  <a:srgbClr val="FDB462"/>
                </a:solidFill>
                <a:latin typeface="Times New Roman" panose="02020603050405020304" charset="0"/>
                <a:cs typeface="Times New Roman" panose="02020603050405020304" charset="0"/>
              </a:endParaRPr>
            </a:p>
            <a:p>
              <a:r>
                <a:rPr lang="en-US" altLang="zh-CN" sz="1000" b="1">
                  <a:solidFill>
                    <a:srgbClr val="FDB462"/>
                  </a:solidFill>
                  <a:latin typeface="Times New Roman" panose="02020603050405020304" charset="0"/>
                  <a:cs typeface="Times New Roman" panose="02020603050405020304" charset="0"/>
                </a:rPr>
                <a:t>Label: ‘category1’</a:t>
              </a:r>
              <a:endParaRPr lang="en-US" altLang="zh-CN" sz="1000" b="1">
                <a:solidFill>
                  <a:srgbClr val="FDB462"/>
                </a:solidFill>
                <a:latin typeface="Times New Roman" panose="02020603050405020304" charset="0"/>
                <a:cs typeface="Times New Roman" panose="02020603050405020304" charset="0"/>
              </a:endParaRPr>
            </a:p>
          </p:txBody>
        </p:sp>
        <p:sp>
          <p:nvSpPr>
            <p:cNvPr id="258" name="文本框 257"/>
            <p:cNvSpPr txBox="1"/>
            <p:nvPr>
              <p:custDataLst>
                <p:tags r:id="rId4"/>
              </p:custDataLst>
            </p:nvPr>
          </p:nvSpPr>
          <p:spPr>
            <a:xfrm>
              <a:off x="8872" y="7032"/>
              <a:ext cx="3320" cy="87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en-US" altLang="zh-CN" sz="1000" b="1">
                  <a:solidFill>
                    <a:srgbClr val="FB7F72"/>
                  </a:solidFill>
                  <a:latin typeface="Times New Roman" panose="02020603050405020304" charset="0"/>
                  <a:cs typeface="Times New Roman" panose="02020603050405020304" charset="0"/>
                </a:rPr>
                <a:t>Demo3: [5.2, 0.12, 91, 0.39, 0.51]</a:t>
              </a:r>
              <a:endParaRPr lang="en-US" altLang="zh-CN" sz="1000" b="1">
                <a:solidFill>
                  <a:srgbClr val="FB7F72"/>
                </a:solidFill>
                <a:latin typeface="Times New Roman" panose="02020603050405020304" charset="0"/>
                <a:cs typeface="Times New Roman" panose="02020603050405020304" charset="0"/>
              </a:endParaRPr>
            </a:p>
            <a:p>
              <a:r>
                <a:rPr lang="en-US" altLang="zh-CN" sz="1000" b="1">
                  <a:solidFill>
                    <a:srgbClr val="FB7F72"/>
                  </a:solidFill>
                  <a:latin typeface="Times New Roman" panose="02020603050405020304" charset="0"/>
                  <a:cs typeface="Times New Roman" panose="02020603050405020304" charset="0"/>
                </a:rPr>
                <a:t>Label: ‘</a:t>
              </a:r>
              <a:r>
                <a:rPr lang="en-US" altLang="zh-CN" sz="1000" b="1">
                  <a:solidFill>
                    <a:srgbClr val="FB7F72"/>
                  </a:solidFill>
                  <a:latin typeface="Times New Roman" panose="02020603050405020304" charset="0"/>
                  <a:cs typeface="Times New Roman" panose="02020603050405020304" charset="0"/>
                  <a:sym typeface="+mn-ea"/>
                </a:rPr>
                <a:t>category3</a:t>
              </a:r>
              <a:r>
                <a:rPr lang="en-US" altLang="zh-CN" sz="1000" b="1">
                  <a:solidFill>
                    <a:srgbClr val="FB7F72"/>
                  </a:solidFill>
                  <a:latin typeface="Times New Roman" panose="02020603050405020304" charset="0"/>
                  <a:cs typeface="Times New Roman" panose="02020603050405020304" charset="0"/>
                </a:rPr>
                <a:t>’</a:t>
              </a:r>
              <a:endParaRPr lang="en-US" altLang="zh-CN" sz="1000" b="1">
                <a:solidFill>
                  <a:srgbClr val="FB7F72"/>
                </a:solidFill>
                <a:latin typeface="Times New Roman" panose="02020603050405020304" charset="0"/>
                <a:cs typeface="Times New Roman" panose="02020603050405020304" charset="0"/>
              </a:endParaRPr>
            </a:p>
            <a:p>
              <a:r>
                <a:rPr lang="en-US" altLang="zh-CN" sz="1000">
                  <a:latin typeface="Times New Roman" panose="02020603050405020304" charset="0"/>
                  <a:cs typeface="Times New Roman" panose="02020603050405020304" charset="0"/>
                </a:rPr>
                <a:t>...</a:t>
              </a:r>
              <a:endParaRPr lang="en-US" altLang="zh-CN" sz="1000">
                <a:latin typeface="Times New Roman" panose="02020603050405020304" charset="0"/>
                <a:cs typeface="Times New Roman" panose="02020603050405020304" charset="0"/>
              </a:endParaRPr>
            </a:p>
          </p:txBody>
        </p:sp>
        <p:sp>
          <p:nvSpPr>
            <p:cNvPr id="259" name="文本框 258"/>
            <p:cNvSpPr txBox="1"/>
            <p:nvPr/>
          </p:nvSpPr>
          <p:spPr>
            <a:xfrm>
              <a:off x="8900" y="7967"/>
              <a:ext cx="3320" cy="3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en-US" altLang="zh-CN" sz="1000">
                  <a:latin typeface="Times New Roman" panose="02020603050405020304" charset="0"/>
                  <a:cs typeface="Times New Roman" panose="02020603050405020304" charset="0"/>
                </a:rPr>
                <a:t>Test1: [9.2, 6.10, 12, 4.19, 6.86]</a:t>
              </a:r>
              <a:endParaRPr lang="en-US" altLang="zh-CN" sz="1000">
                <a:latin typeface="Times New Roman" panose="02020603050405020304" charset="0"/>
                <a:cs typeface="Times New Roman" panose="02020603050405020304" charset="0"/>
              </a:endParaRPr>
            </a:p>
          </p:txBody>
        </p:sp>
        <p:sp>
          <p:nvSpPr>
            <p:cNvPr id="260" name="文本框 259"/>
            <p:cNvSpPr txBox="1"/>
            <p:nvPr/>
          </p:nvSpPr>
          <p:spPr>
            <a:xfrm>
              <a:off x="8888" y="8329"/>
              <a:ext cx="3320" cy="62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en-US" altLang="zh-CN" sz="1000">
                  <a:latin typeface="Times New Roman" panose="02020603050405020304" charset="0"/>
                  <a:cs typeface="Times New Roman" panose="02020603050405020304" charset="0"/>
                </a:rPr>
                <a:t>Test2: [9.2, 1.23, 12, 3.19, 3.57]</a:t>
              </a:r>
              <a:endParaRPr lang="en-US" altLang="zh-CN" sz="1000">
                <a:latin typeface="Times New Roman" panose="02020603050405020304" charset="0"/>
                <a:cs typeface="Times New Roman" panose="02020603050405020304" charset="0"/>
              </a:endParaRPr>
            </a:p>
            <a:p>
              <a:r>
                <a:rPr lang="en-US" altLang="zh-CN" sz="1000">
                  <a:latin typeface="Times New Roman" panose="02020603050405020304" charset="0"/>
                  <a:cs typeface="Times New Roman" panose="02020603050405020304" charset="0"/>
                </a:rPr>
                <a:t>...</a:t>
              </a:r>
              <a:endParaRPr lang="en-US" altLang="zh-CN" sz="1000">
                <a:latin typeface="Times New Roman" panose="02020603050405020304" charset="0"/>
                <a:cs typeface="Times New Roman" panose="02020603050405020304" charset="0"/>
              </a:endParaRPr>
            </a:p>
          </p:txBody>
        </p:sp>
        <p:sp>
          <p:nvSpPr>
            <p:cNvPr id="261" name="文本框 260"/>
            <p:cNvSpPr txBox="1"/>
            <p:nvPr/>
          </p:nvSpPr>
          <p:spPr>
            <a:xfrm>
              <a:off x="8928" y="8830"/>
              <a:ext cx="3020" cy="62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en-US" altLang="zh-CN" sz="1000">
                  <a:latin typeface="Times New Roman" panose="02020603050405020304" charset="0"/>
                  <a:cs typeface="Times New Roman" panose="02020603050405020304" charset="0"/>
                </a:rPr>
                <a:t>Predict labels of all test samples and return in a json list. </a:t>
              </a:r>
              <a:endParaRPr lang="en-US" altLang="zh-CN" sz="1000">
                <a:latin typeface="Times New Roman" panose="02020603050405020304" charset="0"/>
                <a:cs typeface="Times New Roman" panose="02020603050405020304" charset="0"/>
              </a:endParaRPr>
            </a:p>
          </p:txBody>
        </p:sp>
        <p:sp>
          <p:nvSpPr>
            <p:cNvPr id="262" name="文本框 261"/>
            <p:cNvSpPr txBox="1"/>
            <p:nvPr>
              <p:custDataLst>
                <p:tags r:id="rId5"/>
              </p:custDataLst>
            </p:nvPr>
          </p:nvSpPr>
          <p:spPr>
            <a:xfrm>
              <a:off x="8883" y="5445"/>
              <a:ext cx="3020" cy="3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en-US" altLang="zh-CN" sz="1000">
                  <a:latin typeface="Times New Roman" panose="02020603050405020304" charset="0"/>
                  <a:cs typeface="Times New Roman" panose="02020603050405020304" charset="0"/>
                </a:rPr>
                <a:t>Following are feature vectors of ...</a:t>
              </a:r>
              <a:endParaRPr lang="en-US" altLang="zh-CN" sz="1000">
                <a:latin typeface="Times New Roman" panose="02020603050405020304" charset="0"/>
                <a:cs typeface="Times New Roman" panose="02020603050405020304" charset="0"/>
              </a:endParaRPr>
            </a:p>
          </p:txBody>
        </p:sp>
        <p:sp>
          <p:nvSpPr>
            <p:cNvPr id="263" name="文本框 262"/>
            <p:cNvSpPr txBox="1"/>
            <p:nvPr>
              <p:custDataLst>
                <p:tags r:id="rId6"/>
              </p:custDataLst>
            </p:nvPr>
          </p:nvSpPr>
          <p:spPr>
            <a:xfrm>
              <a:off x="8872" y="6445"/>
              <a:ext cx="3320" cy="62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en-US" altLang="zh-CN" sz="1000" b="1">
                  <a:solidFill>
                    <a:srgbClr val="7FB1D3"/>
                  </a:solidFill>
                  <a:latin typeface="Times New Roman" panose="02020603050405020304" charset="0"/>
                  <a:cs typeface="Times New Roman" panose="02020603050405020304" charset="0"/>
                </a:rPr>
                <a:t>Demo2: [3.8, 1.10, 97, 1.19, 4.01]</a:t>
              </a:r>
              <a:endParaRPr lang="en-US" altLang="zh-CN" sz="1000" b="1">
                <a:solidFill>
                  <a:srgbClr val="7FB1D3"/>
                </a:solidFill>
                <a:latin typeface="Times New Roman" panose="02020603050405020304" charset="0"/>
                <a:cs typeface="Times New Roman" panose="02020603050405020304" charset="0"/>
              </a:endParaRPr>
            </a:p>
            <a:p>
              <a:r>
                <a:rPr lang="en-US" altLang="zh-CN" sz="1000" b="1">
                  <a:solidFill>
                    <a:srgbClr val="7FB1D3"/>
                  </a:solidFill>
                  <a:latin typeface="Times New Roman" panose="02020603050405020304" charset="0"/>
                  <a:cs typeface="Times New Roman" panose="02020603050405020304" charset="0"/>
                </a:rPr>
                <a:t>Label: ‘</a:t>
              </a:r>
              <a:r>
                <a:rPr lang="en-US" altLang="zh-CN" sz="1000" b="1">
                  <a:solidFill>
                    <a:srgbClr val="7FB1D3"/>
                  </a:solidFill>
                  <a:latin typeface="Times New Roman" panose="02020603050405020304" charset="0"/>
                  <a:cs typeface="Times New Roman" panose="02020603050405020304" charset="0"/>
                  <a:sym typeface="+mn-ea"/>
                </a:rPr>
                <a:t>category2’</a:t>
              </a:r>
              <a:endParaRPr lang="en-US" altLang="zh-CN" sz="1000" b="1">
                <a:solidFill>
                  <a:srgbClr val="7FB1D3"/>
                </a:solidFill>
                <a:latin typeface="Times New Roman" panose="02020603050405020304" charset="0"/>
                <a:cs typeface="Times New Roman" panose="02020603050405020304" charset="0"/>
                <a:sym typeface="+mn-ea"/>
              </a:endParaRPr>
            </a:p>
          </p:txBody>
        </p:sp>
      </p:grpSp>
      <p:sp>
        <p:nvSpPr>
          <p:cNvPr id="273" name="矩形 272"/>
          <p:cNvSpPr/>
          <p:nvPr/>
        </p:nvSpPr>
        <p:spPr>
          <a:xfrm>
            <a:off x="7855585" y="1579880"/>
            <a:ext cx="1071245" cy="431800"/>
          </a:xfrm>
          <a:prstGeom prst="rect">
            <a:avLst/>
          </a:prstGeom>
          <a:noFill/>
          <a:ln w="15875">
            <a:solidFill>
              <a:schemeClr val="tx1"/>
            </a:solidFill>
          </a:ln>
        </p:spPr>
        <p:style>
          <a:lnRef idx="0">
            <a:srgbClr val="FFFFFF"/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 sz="1400">
                <a:solidFill>
                  <a:schemeClr val="tx1"/>
                </a:solidFill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</a:rPr>
              <a:t>Active Select</a:t>
            </a:r>
            <a:endParaRPr lang="en-US" altLang="zh-CN" sz="1400">
              <a:solidFill>
                <a:schemeClr val="tx1"/>
              </a:solidFill>
              <a:latin typeface="Times New Roman" panose="02020603050405020304" charset="0"/>
              <a:ea typeface="微软雅黑" panose="020B0503020204020204" charset="-122"/>
              <a:cs typeface="Times New Roman" panose="02020603050405020304" charset="0"/>
            </a:endParaRPr>
          </a:p>
        </p:txBody>
      </p:sp>
      <p:grpSp>
        <p:nvGrpSpPr>
          <p:cNvPr id="297" name="组合 296"/>
          <p:cNvGrpSpPr/>
          <p:nvPr/>
        </p:nvGrpSpPr>
        <p:grpSpPr>
          <a:xfrm>
            <a:off x="3498111" y="3437445"/>
            <a:ext cx="1520825" cy="1365885"/>
            <a:chOff x="7818" y="3772"/>
            <a:chExt cx="2395" cy="2151"/>
          </a:xfrm>
        </p:grpSpPr>
        <p:sp>
          <p:nvSpPr>
            <p:cNvPr id="291" name="矩形 290"/>
            <p:cNvSpPr/>
            <p:nvPr/>
          </p:nvSpPr>
          <p:spPr>
            <a:xfrm>
              <a:off x="7818" y="3772"/>
              <a:ext cx="2395" cy="2151"/>
            </a:xfrm>
            <a:prstGeom prst="rect">
              <a:avLst/>
            </a:prstGeom>
            <a:noFill/>
            <a:ln w="15875">
              <a:solidFill>
                <a:schemeClr val="tx1"/>
              </a:solidFill>
            </a:ln>
          </p:spPr>
          <p:style>
            <a:lnRef idx="0">
              <a:srgbClr val="FFFFFF"/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 altLang="zh-CN" sz="1400">
                <a:solidFill>
                  <a:schemeClr val="tx1"/>
                </a:solidFill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</a:endParaRPr>
            </a:p>
          </p:txBody>
        </p:sp>
        <p:pic>
          <p:nvPicPr>
            <p:cNvPr id="293" name="图片 292"/>
            <p:cNvPicPr/>
            <p:nvPr/>
          </p:nvPicPr>
          <p:blipFill>
            <a:blip r:embed="rId7"/>
            <a:stretch>
              <a:fillRect/>
            </a:stretch>
          </p:blipFill>
          <p:spPr>
            <a:xfrm>
              <a:off x="9169" y="4910"/>
              <a:ext cx="897" cy="897"/>
            </a:xfrm>
            <a:prstGeom prst="rect">
              <a:avLst/>
            </a:prstGeom>
          </p:spPr>
        </p:pic>
        <p:pic>
          <p:nvPicPr>
            <p:cNvPr id="294" name="图片 293"/>
            <p:cNvPicPr/>
            <p:nvPr/>
          </p:nvPicPr>
          <p:blipFill>
            <a:blip r:embed="rId8"/>
            <a:stretch>
              <a:fillRect/>
            </a:stretch>
          </p:blipFill>
          <p:spPr>
            <a:xfrm>
              <a:off x="7929" y="3802"/>
              <a:ext cx="1078" cy="1078"/>
            </a:xfrm>
            <a:prstGeom prst="rect">
              <a:avLst/>
            </a:prstGeom>
          </p:spPr>
        </p:pic>
        <p:pic>
          <p:nvPicPr>
            <p:cNvPr id="295" name="图片 294"/>
            <p:cNvPicPr/>
            <p:nvPr/>
          </p:nvPicPr>
          <p:blipFill>
            <a:blip r:embed="rId9"/>
            <a:stretch>
              <a:fillRect/>
            </a:stretch>
          </p:blipFill>
          <p:spPr>
            <a:xfrm>
              <a:off x="7899" y="4724"/>
              <a:ext cx="1174" cy="1174"/>
            </a:xfrm>
            <a:prstGeom prst="rect">
              <a:avLst/>
            </a:prstGeom>
          </p:spPr>
        </p:pic>
        <p:pic>
          <p:nvPicPr>
            <p:cNvPr id="296" name="图片 295"/>
            <p:cNvPicPr/>
            <p:nvPr/>
          </p:nvPicPr>
          <p:blipFill>
            <a:blip r:embed="rId10"/>
            <a:stretch>
              <a:fillRect/>
            </a:stretch>
          </p:blipFill>
          <p:spPr>
            <a:xfrm>
              <a:off x="9154" y="3934"/>
              <a:ext cx="964" cy="684"/>
            </a:xfrm>
            <a:prstGeom prst="rect">
              <a:avLst/>
            </a:prstGeom>
          </p:spPr>
        </p:pic>
      </p:grpSp>
      <p:sp>
        <p:nvSpPr>
          <p:cNvPr id="298" name="文本框 297"/>
          <p:cNvSpPr txBox="1"/>
          <p:nvPr/>
        </p:nvSpPr>
        <p:spPr>
          <a:xfrm>
            <a:off x="2513330" y="3618865"/>
            <a:ext cx="855980" cy="521970"/>
          </a:xfrm>
          <a:prstGeom prst="rect">
            <a:avLst/>
          </a:prstGeom>
          <a:noFill/>
          <a:ln w="15875" cmpd="sng">
            <a:solidFill>
              <a:schemeClr val="tx1"/>
            </a:solidFill>
            <a:prstDash val="solid"/>
          </a:ln>
        </p:spPr>
        <p:txBody>
          <a:bodyPr wrap="square" rtlCol="0">
            <a:spAutoFit/>
          </a:bodyPr>
          <a:p>
            <a:r>
              <a:rPr lang="en-US" altLang="zh-CN" sz="1400">
                <a:latin typeface="Times New Roman" panose="02020603050405020304" charset="0"/>
                <a:cs typeface="Times New Roman" panose="02020603050405020304" charset="0"/>
              </a:rPr>
              <a:t>Input  to LLMs</a:t>
            </a:r>
            <a:endParaRPr lang="en-US" altLang="zh-CN" sz="1400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300" name="矩形 299"/>
          <p:cNvSpPr/>
          <p:nvPr/>
        </p:nvSpPr>
        <p:spPr>
          <a:xfrm>
            <a:off x="8975090" y="406400"/>
            <a:ext cx="3004185" cy="4401185"/>
          </a:xfrm>
          <a:prstGeom prst="rect">
            <a:avLst/>
          </a:prstGeom>
          <a:noFill/>
          <a:ln w="15875" cmpd="sng">
            <a:solidFill>
              <a:schemeClr val="tx1"/>
            </a:solidFill>
            <a:prstDash val="sysDash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grpSp>
        <p:nvGrpSpPr>
          <p:cNvPr id="317" name="组合 316"/>
          <p:cNvGrpSpPr/>
          <p:nvPr/>
        </p:nvGrpSpPr>
        <p:grpSpPr>
          <a:xfrm>
            <a:off x="9094366" y="2006155"/>
            <a:ext cx="862330" cy="862330"/>
            <a:chOff x="14828" y="2284"/>
            <a:chExt cx="1358" cy="1358"/>
          </a:xfrm>
        </p:grpSpPr>
        <p:sp>
          <p:nvSpPr>
            <p:cNvPr id="302" name="椭圆 301"/>
            <p:cNvSpPr/>
            <p:nvPr/>
          </p:nvSpPr>
          <p:spPr>
            <a:xfrm>
              <a:off x="15415" y="2881"/>
              <a:ext cx="160" cy="160"/>
            </a:xfrm>
            <a:prstGeom prst="ellipse">
              <a:avLst/>
            </a:prstGeom>
            <a:solidFill>
              <a:srgbClr val="FB7F72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303" name="椭圆 302"/>
            <p:cNvSpPr/>
            <p:nvPr/>
          </p:nvSpPr>
          <p:spPr>
            <a:xfrm>
              <a:off x="14828" y="2284"/>
              <a:ext cx="1359" cy="1359"/>
            </a:xfrm>
            <a:prstGeom prst="ellipse">
              <a:avLst/>
            </a:prstGeom>
            <a:noFill/>
            <a:ln w="15875" cmpd="sng">
              <a:solidFill>
                <a:schemeClr val="tx1">
                  <a:lumMod val="50000"/>
                  <a:lumOff val="50000"/>
                </a:schemeClr>
              </a:solidFill>
              <a:prstDash val="sysDash"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304" name="椭圆 303"/>
            <p:cNvSpPr/>
            <p:nvPr/>
          </p:nvSpPr>
          <p:spPr>
            <a:xfrm>
              <a:off x="15686" y="3207"/>
              <a:ext cx="119" cy="119"/>
            </a:xfrm>
            <a:prstGeom prst="ellipse">
              <a:avLst/>
            </a:prstGeom>
            <a:solidFill>
              <a:srgbClr val="8598CA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306" name="椭圆 305"/>
            <p:cNvSpPr/>
            <p:nvPr/>
          </p:nvSpPr>
          <p:spPr>
            <a:xfrm>
              <a:off x="15918" y="2762"/>
              <a:ext cx="119" cy="119"/>
            </a:xfrm>
            <a:prstGeom prst="ellipse">
              <a:avLst/>
            </a:prstGeom>
            <a:solidFill>
              <a:srgbClr val="FB7F72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307" name="椭圆 306"/>
            <p:cNvSpPr/>
            <p:nvPr/>
          </p:nvSpPr>
          <p:spPr>
            <a:xfrm>
              <a:off x="14920" y="2900"/>
              <a:ext cx="119" cy="119"/>
            </a:xfrm>
            <a:prstGeom prst="ellipse">
              <a:avLst/>
            </a:prstGeom>
            <a:solidFill>
              <a:srgbClr val="FB7F72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308" name="椭圆 307"/>
            <p:cNvSpPr/>
            <p:nvPr/>
          </p:nvSpPr>
          <p:spPr>
            <a:xfrm>
              <a:off x="15324" y="2522"/>
              <a:ext cx="119" cy="119"/>
            </a:xfrm>
            <a:prstGeom prst="ellipse">
              <a:avLst/>
            </a:prstGeom>
            <a:solidFill>
              <a:srgbClr val="FB7F72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310" name="椭圆 309"/>
            <p:cNvSpPr/>
            <p:nvPr/>
          </p:nvSpPr>
          <p:spPr>
            <a:xfrm>
              <a:off x="15205" y="3355"/>
              <a:ext cx="119" cy="119"/>
            </a:xfrm>
            <a:prstGeom prst="ellipse">
              <a:avLst/>
            </a:prstGeom>
            <a:solidFill>
              <a:srgbClr val="FB7F72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311" name="椭圆 310"/>
            <p:cNvSpPr/>
            <p:nvPr/>
          </p:nvSpPr>
          <p:spPr>
            <a:xfrm>
              <a:off x="15643" y="2684"/>
              <a:ext cx="119" cy="119"/>
            </a:xfrm>
            <a:prstGeom prst="ellipse">
              <a:avLst/>
            </a:prstGeom>
            <a:solidFill>
              <a:srgbClr val="FB7F72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312" name="椭圆 311"/>
            <p:cNvSpPr/>
            <p:nvPr/>
          </p:nvSpPr>
          <p:spPr>
            <a:xfrm>
              <a:off x="15724" y="2922"/>
              <a:ext cx="119" cy="119"/>
            </a:xfrm>
            <a:prstGeom prst="ellipse">
              <a:avLst/>
            </a:prstGeom>
            <a:solidFill>
              <a:srgbClr val="FB7F72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313" name="椭圆 312"/>
            <p:cNvSpPr/>
            <p:nvPr/>
          </p:nvSpPr>
          <p:spPr>
            <a:xfrm>
              <a:off x="15924" y="3122"/>
              <a:ext cx="119" cy="119"/>
            </a:xfrm>
            <a:prstGeom prst="ellipse">
              <a:avLst/>
            </a:prstGeom>
            <a:solidFill>
              <a:srgbClr val="FB7F72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314" name="椭圆 313"/>
            <p:cNvSpPr/>
            <p:nvPr/>
          </p:nvSpPr>
          <p:spPr>
            <a:xfrm>
              <a:off x="15605" y="2403"/>
              <a:ext cx="119" cy="119"/>
            </a:xfrm>
            <a:prstGeom prst="ellipse">
              <a:avLst/>
            </a:prstGeom>
            <a:solidFill>
              <a:srgbClr val="FB7F72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315" name="椭圆 314"/>
            <p:cNvSpPr/>
            <p:nvPr/>
          </p:nvSpPr>
          <p:spPr>
            <a:xfrm>
              <a:off x="15086" y="3078"/>
              <a:ext cx="119" cy="119"/>
            </a:xfrm>
            <a:prstGeom prst="ellipse">
              <a:avLst/>
            </a:prstGeom>
            <a:solidFill>
              <a:srgbClr val="FDB462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</p:grpSp>
      <p:sp>
        <p:nvSpPr>
          <p:cNvPr id="318" name="文本框 317"/>
          <p:cNvSpPr txBox="1"/>
          <p:nvPr/>
        </p:nvSpPr>
        <p:spPr>
          <a:xfrm>
            <a:off x="10130790" y="2007870"/>
            <a:ext cx="1812290" cy="82994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1200"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  <a:sym typeface="+mn-ea"/>
              </a:rPr>
              <a:t>2 Calculate the same-label purity score based on the proportion of neighbors sharing the same label.</a:t>
            </a:r>
            <a:endParaRPr lang="en-US" altLang="zh-CN" sz="1200">
              <a:latin typeface="Times New Roman" panose="02020603050405020304" charset="0"/>
              <a:ea typeface="微软雅黑" panose="020B0503020204020204" charset="-122"/>
              <a:cs typeface="Times New Roman" panose="02020603050405020304" charset="0"/>
              <a:sym typeface="+mn-ea"/>
            </a:endParaRPr>
          </a:p>
        </p:txBody>
      </p:sp>
      <p:grpSp>
        <p:nvGrpSpPr>
          <p:cNvPr id="319" name="组合 318"/>
          <p:cNvGrpSpPr/>
          <p:nvPr/>
        </p:nvGrpSpPr>
        <p:grpSpPr>
          <a:xfrm>
            <a:off x="9081031" y="918400"/>
            <a:ext cx="862330" cy="862330"/>
            <a:chOff x="14828" y="2284"/>
            <a:chExt cx="1358" cy="1358"/>
          </a:xfrm>
        </p:grpSpPr>
        <p:sp>
          <p:nvSpPr>
            <p:cNvPr id="320" name="椭圆 319"/>
            <p:cNvSpPr/>
            <p:nvPr/>
          </p:nvSpPr>
          <p:spPr>
            <a:xfrm>
              <a:off x="15415" y="2881"/>
              <a:ext cx="160" cy="160"/>
            </a:xfrm>
            <a:prstGeom prst="ellipse">
              <a:avLst/>
            </a:prstGeom>
            <a:solidFill>
              <a:srgbClr val="FB7F72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321" name="椭圆 320"/>
            <p:cNvSpPr/>
            <p:nvPr/>
          </p:nvSpPr>
          <p:spPr>
            <a:xfrm>
              <a:off x="14828" y="2284"/>
              <a:ext cx="1359" cy="1359"/>
            </a:xfrm>
            <a:prstGeom prst="ellipse">
              <a:avLst/>
            </a:prstGeom>
            <a:noFill/>
            <a:ln w="15875" cmpd="sng">
              <a:solidFill>
                <a:schemeClr val="tx1">
                  <a:lumMod val="50000"/>
                  <a:lumOff val="50000"/>
                </a:schemeClr>
              </a:solidFill>
              <a:prstDash val="sysDash"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322" name="椭圆 321"/>
            <p:cNvSpPr/>
            <p:nvPr/>
          </p:nvSpPr>
          <p:spPr>
            <a:xfrm>
              <a:off x="15686" y="3207"/>
              <a:ext cx="119" cy="119"/>
            </a:xfrm>
            <a:prstGeom prst="ellipse">
              <a:avLst/>
            </a:prstGeom>
            <a:solidFill>
              <a:schemeClr val="bg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323" name="椭圆 322"/>
            <p:cNvSpPr/>
            <p:nvPr/>
          </p:nvSpPr>
          <p:spPr>
            <a:xfrm>
              <a:off x="15918" y="2762"/>
              <a:ext cx="119" cy="119"/>
            </a:xfrm>
            <a:prstGeom prst="ellipse">
              <a:avLst/>
            </a:prstGeom>
            <a:solidFill>
              <a:schemeClr val="bg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324" name="椭圆 323"/>
            <p:cNvSpPr/>
            <p:nvPr/>
          </p:nvSpPr>
          <p:spPr>
            <a:xfrm>
              <a:off x="14920" y="2900"/>
              <a:ext cx="119" cy="119"/>
            </a:xfrm>
            <a:prstGeom prst="ellipse">
              <a:avLst/>
            </a:prstGeom>
            <a:solidFill>
              <a:schemeClr val="bg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325" name="椭圆 324"/>
            <p:cNvSpPr/>
            <p:nvPr/>
          </p:nvSpPr>
          <p:spPr>
            <a:xfrm>
              <a:off x="15324" y="2522"/>
              <a:ext cx="119" cy="119"/>
            </a:xfrm>
            <a:prstGeom prst="ellipse">
              <a:avLst/>
            </a:prstGeom>
            <a:solidFill>
              <a:schemeClr val="bg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326" name="椭圆 325"/>
            <p:cNvSpPr/>
            <p:nvPr/>
          </p:nvSpPr>
          <p:spPr>
            <a:xfrm>
              <a:off x="15205" y="3355"/>
              <a:ext cx="119" cy="119"/>
            </a:xfrm>
            <a:prstGeom prst="ellipse">
              <a:avLst/>
            </a:prstGeom>
            <a:solidFill>
              <a:schemeClr val="bg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327" name="椭圆 326"/>
            <p:cNvSpPr/>
            <p:nvPr/>
          </p:nvSpPr>
          <p:spPr>
            <a:xfrm>
              <a:off x="15643" y="2684"/>
              <a:ext cx="119" cy="119"/>
            </a:xfrm>
            <a:prstGeom prst="ellipse">
              <a:avLst/>
            </a:prstGeom>
            <a:solidFill>
              <a:schemeClr val="bg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328" name="椭圆 327"/>
            <p:cNvSpPr/>
            <p:nvPr/>
          </p:nvSpPr>
          <p:spPr>
            <a:xfrm>
              <a:off x="15724" y="2922"/>
              <a:ext cx="119" cy="119"/>
            </a:xfrm>
            <a:prstGeom prst="ellipse">
              <a:avLst/>
            </a:prstGeom>
            <a:solidFill>
              <a:schemeClr val="bg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329" name="椭圆 328"/>
            <p:cNvSpPr/>
            <p:nvPr/>
          </p:nvSpPr>
          <p:spPr>
            <a:xfrm>
              <a:off x="15924" y="3122"/>
              <a:ext cx="119" cy="119"/>
            </a:xfrm>
            <a:prstGeom prst="ellipse">
              <a:avLst/>
            </a:prstGeom>
            <a:solidFill>
              <a:schemeClr val="bg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330" name="椭圆 329"/>
            <p:cNvSpPr/>
            <p:nvPr/>
          </p:nvSpPr>
          <p:spPr>
            <a:xfrm>
              <a:off x="15605" y="2403"/>
              <a:ext cx="119" cy="119"/>
            </a:xfrm>
            <a:prstGeom prst="ellipse">
              <a:avLst/>
            </a:prstGeom>
            <a:solidFill>
              <a:schemeClr val="bg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331" name="椭圆 330"/>
            <p:cNvSpPr/>
            <p:nvPr/>
          </p:nvSpPr>
          <p:spPr>
            <a:xfrm>
              <a:off x="15086" y="3078"/>
              <a:ext cx="119" cy="119"/>
            </a:xfrm>
            <a:prstGeom prst="ellipse">
              <a:avLst/>
            </a:prstGeom>
            <a:solidFill>
              <a:schemeClr val="bg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</p:grpSp>
      <p:sp>
        <p:nvSpPr>
          <p:cNvPr id="332" name="文本框 331"/>
          <p:cNvSpPr txBox="1"/>
          <p:nvPr/>
        </p:nvSpPr>
        <p:spPr>
          <a:xfrm>
            <a:off x="10108565" y="1033145"/>
            <a:ext cx="1812290" cy="64135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l"/>
            <a:r>
              <a:rPr lang="en-US" altLang="zh-CN" sz="1200"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  <a:sym typeface="+mn-ea"/>
              </a:rPr>
              <a:t>1 For each sample in the training set, identify its </a:t>
            </a:r>
            <a:endParaRPr lang="en-US" altLang="zh-CN" sz="1200">
              <a:latin typeface="Times New Roman" panose="02020603050405020304" charset="0"/>
              <a:ea typeface="微软雅黑" panose="020B0503020204020204" charset="-122"/>
              <a:cs typeface="Times New Roman" panose="02020603050405020304" charset="0"/>
              <a:sym typeface="+mn-ea"/>
            </a:endParaRPr>
          </a:p>
          <a:p>
            <a:pPr algn="l"/>
            <a:r>
              <a:rPr lang="zh-CN" altLang="en-US" sz="1200"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  <a:sym typeface="+mn-ea"/>
              </a:rPr>
              <a:t>𝑘</a:t>
            </a:r>
            <a:r>
              <a:rPr lang="en-US" altLang="zh-CN" sz="1200"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  <a:sym typeface="+mn-ea"/>
              </a:rPr>
              <a:t>nearest neighbors.</a:t>
            </a:r>
            <a:endParaRPr lang="en-US" altLang="zh-CN" sz="1200">
              <a:latin typeface="Times New Roman" panose="02020603050405020304" charset="0"/>
              <a:ea typeface="微软雅黑" panose="020B0503020204020204" charset="-122"/>
              <a:cs typeface="Times New Roman" panose="02020603050405020304" charset="0"/>
              <a:sym typeface="+mn-ea"/>
            </a:endParaRPr>
          </a:p>
        </p:txBody>
      </p:sp>
      <p:sp>
        <p:nvSpPr>
          <p:cNvPr id="333" name="矩形 332"/>
          <p:cNvSpPr/>
          <p:nvPr/>
        </p:nvSpPr>
        <p:spPr>
          <a:xfrm>
            <a:off x="9027160" y="472440"/>
            <a:ext cx="762000" cy="26416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0">
            <a:srgbClr val="FFFFFF"/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 sz="1400">
                <a:solidFill>
                  <a:schemeClr val="tx1"/>
                </a:solidFill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</a:rPr>
              <a:t>PURE</a:t>
            </a:r>
            <a:endParaRPr lang="en-US" altLang="zh-CN" sz="1400">
              <a:solidFill>
                <a:schemeClr val="tx1"/>
              </a:solidFill>
              <a:latin typeface="Times New Roman" panose="02020603050405020304" charset="0"/>
              <a:ea typeface="微软雅黑" panose="020B0503020204020204" charset="-122"/>
              <a:cs typeface="Times New Roman" panose="02020603050405020304" charset="0"/>
            </a:endParaRPr>
          </a:p>
        </p:txBody>
      </p:sp>
      <p:sp>
        <p:nvSpPr>
          <p:cNvPr id="334" name="文本框 333"/>
          <p:cNvSpPr txBox="1"/>
          <p:nvPr/>
        </p:nvSpPr>
        <p:spPr>
          <a:xfrm>
            <a:off x="10149840" y="3255010"/>
            <a:ext cx="1793875" cy="1141730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p>
            <a:pPr algn="l"/>
            <a:r>
              <a:rPr lang="en-US" altLang="zh-CN" sz="1200"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  <a:sym typeface="+mn-ea"/>
              </a:rPr>
              <a:t>3 Rank all samples according to their purity scores and select the top </a:t>
            </a:r>
            <a:endParaRPr lang="en-US" altLang="zh-CN" sz="1200">
              <a:latin typeface="Times New Roman" panose="02020603050405020304" charset="0"/>
              <a:ea typeface="微软雅黑" panose="020B0503020204020204" charset="-122"/>
              <a:cs typeface="Times New Roman" panose="02020603050405020304" charset="0"/>
              <a:sym typeface="+mn-ea"/>
            </a:endParaRPr>
          </a:p>
          <a:p>
            <a:pPr algn="l"/>
            <a:r>
              <a:rPr lang="zh-CN" altLang="en-US" sz="1200"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  <a:sym typeface="+mn-ea"/>
              </a:rPr>
              <a:t>𝑛</a:t>
            </a:r>
            <a:r>
              <a:rPr lang="en-US" altLang="zh-CN" sz="1200"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  <a:sym typeface="+mn-ea"/>
              </a:rPr>
              <a:t>samples as demonstrations.</a:t>
            </a:r>
            <a:endParaRPr lang="en-US" altLang="zh-CN" sz="1200">
              <a:latin typeface="Times New Roman" panose="02020603050405020304" charset="0"/>
              <a:ea typeface="微软雅黑" panose="020B0503020204020204" charset="-122"/>
              <a:cs typeface="Times New Roman" panose="02020603050405020304" charset="0"/>
              <a:sym typeface="+mn-ea"/>
            </a:endParaRPr>
          </a:p>
        </p:txBody>
      </p:sp>
      <p:sp>
        <p:nvSpPr>
          <p:cNvPr id="335" name="矩形 334"/>
          <p:cNvSpPr/>
          <p:nvPr/>
        </p:nvSpPr>
        <p:spPr>
          <a:xfrm>
            <a:off x="9082301" y="3093910"/>
            <a:ext cx="1027430" cy="1543050"/>
          </a:xfrm>
          <a:prstGeom prst="rect">
            <a:avLst/>
          </a:prstGeom>
          <a:noFill/>
          <a:ln w="15875" cmpd="sng">
            <a:solidFill>
              <a:schemeClr val="tx1">
                <a:lumMod val="50000"/>
                <a:lumOff val="50000"/>
              </a:schemeClr>
            </a:solidFill>
            <a:prstDash val="sysDash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grpSp>
        <p:nvGrpSpPr>
          <p:cNvPr id="345" name="组合 344"/>
          <p:cNvGrpSpPr/>
          <p:nvPr/>
        </p:nvGrpSpPr>
        <p:grpSpPr>
          <a:xfrm>
            <a:off x="9244861" y="3093910"/>
            <a:ext cx="774065" cy="513080"/>
            <a:chOff x="14557" y="5895"/>
            <a:chExt cx="1219" cy="808"/>
          </a:xfrm>
        </p:grpSpPr>
        <p:sp>
          <p:nvSpPr>
            <p:cNvPr id="336" name="椭圆 335"/>
            <p:cNvSpPr/>
            <p:nvPr/>
          </p:nvSpPr>
          <p:spPr>
            <a:xfrm>
              <a:off x="14557" y="6312"/>
              <a:ext cx="119" cy="119"/>
            </a:xfrm>
            <a:prstGeom prst="ellipse">
              <a:avLst/>
            </a:prstGeom>
            <a:solidFill>
              <a:srgbClr val="FB7F72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337" name="文本框 336"/>
            <p:cNvSpPr txBox="1"/>
            <p:nvPr/>
          </p:nvSpPr>
          <p:spPr>
            <a:xfrm>
              <a:off x="14557" y="5895"/>
              <a:ext cx="1206" cy="319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p>
              <a:r>
                <a:rPr lang="en-US" altLang="zh-CN" sz="1000">
                  <a:latin typeface="Times New Roman" panose="02020603050405020304" charset="0"/>
                  <a:cs typeface="Times New Roman" panose="02020603050405020304" charset="0"/>
                </a:rPr>
                <a:t>Category1</a:t>
              </a:r>
              <a:endParaRPr lang="en-US" altLang="zh-CN" sz="1000">
                <a:latin typeface="Times New Roman" panose="02020603050405020304" charset="0"/>
                <a:cs typeface="Times New Roman" panose="02020603050405020304" charset="0"/>
              </a:endParaRPr>
            </a:p>
          </p:txBody>
        </p:sp>
        <p:sp>
          <p:nvSpPr>
            <p:cNvPr id="338" name="文本框 337"/>
            <p:cNvSpPr txBox="1"/>
            <p:nvPr/>
          </p:nvSpPr>
          <p:spPr>
            <a:xfrm>
              <a:off x="14676" y="6154"/>
              <a:ext cx="1101" cy="351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p>
              <a:r>
                <a:rPr lang="en-US" altLang="zh-CN" sz="1000">
                  <a:latin typeface="Times New Roman" panose="02020603050405020304" charset="0"/>
                  <a:cs typeface="Times New Roman" panose="02020603050405020304" charset="0"/>
                </a:rPr>
                <a:t>score:1.0</a:t>
              </a:r>
              <a:endParaRPr lang="en-US" altLang="zh-CN" sz="1000">
                <a:latin typeface="Times New Roman" panose="02020603050405020304" charset="0"/>
                <a:cs typeface="Times New Roman" panose="02020603050405020304" charset="0"/>
              </a:endParaRPr>
            </a:p>
          </p:txBody>
        </p:sp>
        <p:sp>
          <p:nvSpPr>
            <p:cNvPr id="339" name="椭圆 338"/>
            <p:cNvSpPr/>
            <p:nvPr/>
          </p:nvSpPr>
          <p:spPr>
            <a:xfrm>
              <a:off x="14557" y="6511"/>
              <a:ext cx="119" cy="119"/>
            </a:xfrm>
            <a:prstGeom prst="ellipse">
              <a:avLst/>
            </a:prstGeom>
            <a:solidFill>
              <a:srgbClr val="FB7F72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340" name="文本框 339"/>
            <p:cNvSpPr txBox="1"/>
            <p:nvPr/>
          </p:nvSpPr>
          <p:spPr>
            <a:xfrm>
              <a:off x="14676" y="6353"/>
              <a:ext cx="1101" cy="351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p>
              <a:r>
                <a:rPr lang="en-US" altLang="zh-CN" sz="1000">
                  <a:latin typeface="Times New Roman" panose="02020603050405020304" charset="0"/>
                  <a:cs typeface="Times New Roman" panose="02020603050405020304" charset="0"/>
                </a:rPr>
                <a:t>score:0.9</a:t>
              </a:r>
              <a:endParaRPr lang="en-US" altLang="zh-CN" sz="1000">
                <a:latin typeface="Times New Roman" panose="02020603050405020304" charset="0"/>
                <a:cs typeface="Times New Roman" panose="02020603050405020304" charset="0"/>
              </a:endParaRPr>
            </a:p>
          </p:txBody>
        </p:sp>
      </p:grpSp>
      <p:grpSp>
        <p:nvGrpSpPr>
          <p:cNvPr id="346" name="组合 345"/>
          <p:cNvGrpSpPr/>
          <p:nvPr/>
        </p:nvGrpSpPr>
        <p:grpSpPr>
          <a:xfrm>
            <a:off x="9228351" y="3587305"/>
            <a:ext cx="774065" cy="513080"/>
            <a:chOff x="14557" y="5895"/>
            <a:chExt cx="1219" cy="808"/>
          </a:xfrm>
        </p:grpSpPr>
        <p:sp>
          <p:nvSpPr>
            <p:cNvPr id="347" name="椭圆 346"/>
            <p:cNvSpPr/>
            <p:nvPr/>
          </p:nvSpPr>
          <p:spPr>
            <a:xfrm>
              <a:off x="14557" y="6312"/>
              <a:ext cx="119" cy="119"/>
            </a:xfrm>
            <a:prstGeom prst="ellipse">
              <a:avLst/>
            </a:prstGeom>
            <a:solidFill>
              <a:srgbClr val="7FB1D3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348" name="文本框 347"/>
            <p:cNvSpPr txBox="1"/>
            <p:nvPr/>
          </p:nvSpPr>
          <p:spPr>
            <a:xfrm>
              <a:off x="14557" y="5895"/>
              <a:ext cx="1206" cy="319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p>
              <a:r>
                <a:rPr lang="en-US" altLang="zh-CN" sz="1000">
                  <a:latin typeface="Times New Roman" panose="02020603050405020304" charset="0"/>
                  <a:cs typeface="Times New Roman" panose="02020603050405020304" charset="0"/>
                </a:rPr>
                <a:t>Category2</a:t>
              </a:r>
              <a:endParaRPr lang="en-US" altLang="zh-CN" sz="1000">
                <a:latin typeface="Times New Roman" panose="02020603050405020304" charset="0"/>
                <a:cs typeface="Times New Roman" panose="02020603050405020304" charset="0"/>
              </a:endParaRPr>
            </a:p>
          </p:txBody>
        </p:sp>
        <p:sp>
          <p:nvSpPr>
            <p:cNvPr id="349" name="文本框 348"/>
            <p:cNvSpPr txBox="1"/>
            <p:nvPr/>
          </p:nvSpPr>
          <p:spPr>
            <a:xfrm>
              <a:off x="14676" y="6154"/>
              <a:ext cx="1101" cy="351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p>
              <a:r>
                <a:rPr lang="en-US" altLang="zh-CN" sz="1000">
                  <a:latin typeface="Times New Roman" panose="02020603050405020304" charset="0"/>
                  <a:cs typeface="Times New Roman" panose="02020603050405020304" charset="0"/>
                </a:rPr>
                <a:t>score:0.9</a:t>
              </a:r>
              <a:endParaRPr lang="en-US" altLang="zh-CN" sz="1000">
                <a:latin typeface="Times New Roman" panose="02020603050405020304" charset="0"/>
                <a:cs typeface="Times New Roman" panose="02020603050405020304" charset="0"/>
              </a:endParaRPr>
            </a:p>
          </p:txBody>
        </p:sp>
        <p:sp>
          <p:nvSpPr>
            <p:cNvPr id="350" name="椭圆 349"/>
            <p:cNvSpPr/>
            <p:nvPr/>
          </p:nvSpPr>
          <p:spPr>
            <a:xfrm>
              <a:off x="14557" y="6511"/>
              <a:ext cx="119" cy="119"/>
            </a:xfrm>
            <a:prstGeom prst="ellipse">
              <a:avLst/>
            </a:prstGeom>
            <a:solidFill>
              <a:srgbClr val="7FB1D3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351" name="文本框 350"/>
            <p:cNvSpPr txBox="1"/>
            <p:nvPr/>
          </p:nvSpPr>
          <p:spPr>
            <a:xfrm>
              <a:off x="14676" y="6353"/>
              <a:ext cx="1101" cy="351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p>
              <a:r>
                <a:rPr lang="en-US" altLang="zh-CN" sz="1000">
                  <a:latin typeface="Times New Roman" panose="02020603050405020304" charset="0"/>
                  <a:cs typeface="Times New Roman" panose="02020603050405020304" charset="0"/>
                </a:rPr>
                <a:t>score:0.8</a:t>
              </a:r>
              <a:endParaRPr lang="en-US" altLang="zh-CN" sz="1000">
                <a:latin typeface="Times New Roman" panose="02020603050405020304" charset="0"/>
                <a:cs typeface="Times New Roman" panose="02020603050405020304" charset="0"/>
              </a:endParaRPr>
            </a:p>
          </p:txBody>
        </p:sp>
      </p:grpSp>
      <p:grpSp>
        <p:nvGrpSpPr>
          <p:cNvPr id="352" name="组合 351"/>
          <p:cNvGrpSpPr/>
          <p:nvPr/>
        </p:nvGrpSpPr>
        <p:grpSpPr>
          <a:xfrm>
            <a:off x="9236606" y="4076255"/>
            <a:ext cx="774065" cy="513080"/>
            <a:chOff x="14557" y="5895"/>
            <a:chExt cx="1219" cy="808"/>
          </a:xfrm>
        </p:grpSpPr>
        <p:sp>
          <p:nvSpPr>
            <p:cNvPr id="353" name="椭圆 352"/>
            <p:cNvSpPr/>
            <p:nvPr/>
          </p:nvSpPr>
          <p:spPr>
            <a:xfrm>
              <a:off x="14557" y="6312"/>
              <a:ext cx="119" cy="119"/>
            </a:xfrm>
            <a:prstGeom prst="ellipse">
              <a:avLst/>
            </a:prstGeom>
            <a:solidFill>
              <a:srgbClr val="FDB462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354" name="文本框 353"/>
            <p:cNvSpPr txBox="1"/>
            <p:nvPr/>
          </p:nvSpPr>
          <p:spPr>
            <a:xfrm>
              <a:off x="14557" y="5895"/>
              <a:ext cx="1206" cy="319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p>
              <a:r>
                <a:rPr lang="en-US" altLang="zh-CN" sz="1000">
                  <a:latin typeface="Times New Roman" panose="02020603050405020304" charset="0"/>
                  <a:cs typeface="Times New Roman" panose="02020603050405020304" charset="0"/>
                </a:rPr>
                <a:t>Category3</a:t>
              </a:r>
              <a:endParaRPr lang="en-US" altLang="zh-CN" sz="1000">
                <a:latin typeface="Times New Roman" panose="02020603050405020304" charset="0"/>
                <a:cs typeface="Times New Roman" panose="02020603050405020304" charset="0"/>
              </a:endParaRPr>
            </a:p>
          </p:txBody>
        </p:sp>
        <p:sp>
          <p:nvSpPr>
            <p:cNvPr id="355" name="文本框 354"/>
            <p:cNvSpPr txBox="1"/>
            <p:nvPr/>
          </p:nvSpPr>
          <p:spPr>
            <a:xfrm>
              <a:off x="14676" y="6154"/>
              <a:ext cx="1101" cy="351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p>
              <a:r>
                <a:rPr lang="en-US" altLang="zh-CN" sz="1000">
                  <a:latin typeface="Times New Roman" panose="02020603050405020304" charset="0"/>
                  <a:cs typeface="Times New Roman" panose="02020603050405020304" charset="0"/>
                </a:rPr>
                <a:t>score:1.0</a:t>
              </a:r>
              <a:endParaRPr lang="en-US" altLang="zh-CN" sz="1000">
                <a:latin typeface="Times New Roman" panose="02020603050405020304" charset="0"/>
                <a:cs typeface="Times New Roman" panose="02020603050405020304" charset="0"/>
              </a:endParaRPr>
            </a:p>
          </p:txBody>
        </p:sp>
        <p:sp>
          <p:nvSpPr>
            <p:cNvPr id="356" name="椭圆 355"/>
            <p:cNvSpPr/>
            <p:nvPr/>
          </p:nvSpPr>
          <p:spPr>
            <a:xfrm>
              <a:off x="14557" y="6511"/>
              <a:ext cx="119" cy="119"/>
            </a:xfrm>
            <a:prstGeom prst="ellipse">
              <a:avLst/>
            </a:prstGeom>
            <a:solidFill>
              <a:srgbClr val="FDB462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357" name="文本框 356"/>
            <p:cNvSpPr txBox="1"/>
            <p:nvPr/>
          </p:nvSpPr>
          <p:spPr>
            <a:xfrm>
              <a:off x="14676" y="6353"/>
              <a:ext cx="1101" cy="351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p>
              <a:r>
                <a:rPr lang="en-US" altLang="zh-CN" sz="1000">
                  <a:latin typeface="Times New Roman" panose="02020603050405020304" charset="0"/>
                  <a:cs typeface="Times New Roman" panose="02020603050405020304" charset="0"/>
                </a:rPr>
                <a:t>score:0.9</a:t>
              </a:r>
              <a:endParaRPr lang="en-US" altLang="zh-CN" sz="1000">
                <a:latin typeface="Times New Roman" panose="02020603050405020304" charset="0"/>
                <a:cs typeface="Times New Roman" panose="02020603050405020304" charset="0"/>
              </a:endParaRPr>
            </a:p>
          </p:txBody>
        </p:sp>
      </p:grpSp>
      <p:sp>
        <p:nvSpPr>
          <p:cNvPr id="361" name="文本框 360"/>
          <p:cNvSpPr txBox="1"/>
          <p:nvPr/>
        </p:nvSpPr>
        <p:spPr>
          <a:xfrm>
            <a:off x="5113655" y="3618865"/>
            <a:ext cx="1025525" cy="521970"/>
          </a:xfrm>
          <a:prstGeom prst="rect">
            <a:avLst/>
          </a:prstGeom>
          <a:noFill/>
          <a:ln w="15875">
            <a:solidFill>
              <a:schemeClr val="tx1"/>
            </a:solidFill>
          </a:ln>
        </p:spPr>
        <p:txBody>
          <a:bodyPr wrap="square" rtlCol="0">
            <a:spAutoFit/>
          </a:bodyPr>
          <a:p>
            <a:r>
              <a:rPr lang="en-US" altLang="zh-CN" sz="1400">
                <a:latin typeface="Times New Roman" panose="02020603050405020304" charset="0"/>
                <a:cs typeface="Times New Roman" panose="02020603050405020304" charset="0"/>
              </a:rPr>
              <a:t>Make predictions</a:t>
            </a:r>
            <a:endParaRPr lang="en-US" altLang="zh-CN" sz="1400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362" name="矩形 361"/>
          <p:cNvSpPr/>
          <p:nvPr/>
        </p:nvSpPr>
        <p:spPr>
          <a:xfrm>
            <a:off x="6307351" y="3794950"/>
            <a:ext cx="1313180" cy="1013460"/>
          </a:xfrm>
          <a:prstGeom prst="rect">
            <a:avLst/>
          </a:prstGeom>
          <a:noFill/>
          <a:ln w="15875">
            <a:solidFill>
              <a:schemeClr val="accent5"/>
            </a:solidFill>
          </a:ln>
        </p:spPr>
        <p:style>
          <a:lnRef idx="0">
            <a:srgbClr val="FFFFFF"/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l"/>
            <a:r>
              <a:rPr lang="en-US" altLang="zh-CN" sz="1000">
                <a:solidFill>
                  <a:schemeClr val="tx1"/>
                </a:solidFill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</a:rPr>
              <a:t>Test1: ‘category1’</a:t>
            </a:r>
            <a:endParaRPr lang="en-US" altLang="zh-CN" sz="1000">
              <a:solidFill>
                <a:schemeClr val="tx1"/>
              </a:solidFill>
              <a:latin typeface="Times New Roman" panose="02020603050405020304" charset="0"/>
              <a:ea typeface="微软雅黑" panose="020B0503020204020204" charset="-122"/>
              <a:cs typeface="Times New Roman" panose="02020603050405020304" charset="0"/>
            </a:endParaRPr>
          </a:p>
          <a:p>
            <a:pPr algn="l"/>
            <a:r>
              <a:rPr lang="en-US" altLang="zh-CN" sz="1000">
                <a:solidFill>
                  <a:schemeClr val="tx1"/>
                </a:solidFill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  <a:sym typeface="+mn-ea"/>
              </a:rPr>
              <a:t>Test2: ‘category3’</a:t>
            </a:r>
            <a:endParaRPr lang="en-US" altLang="zh-CN" sz="1000">
              <a:solidFill>
                <a:schemeClr val="tx1"/>
              </a:solidFill>
              <a:latin typeface="Times New Roman" panose="02020603050405020304" charset="0"/>
              <a:ea typeface="微软雅黑" panose="020B0503020204020204" charset="-122"/>
              <a:cs typeface="Times New Roman" panose="02020603050405020304" charset="0"/>
            </a:endParaRPr>
          </a:p>
          <a:p>
            <a:pPr algn="l"/>
            <a:r>
              <a:rPr lang="en-US" altLang="zh-CN" sz="1000">
                <a:solidFill>
                  <a:schemeClr val="tx1"/>
                </a:solidFill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  <a:sym typeface="+mn-ea"/>
              </a:rPr>
              <a:t>Test3: ‘category2’</a:t>
            </a:r>
            <a:endParaRPr lang="en-US" altLang="zh-CN" sz="1000">
              <a:solidFill>
                <a:schemeClr val="tx1"/>
              </a:solidFill>
              <a:latin typeface="Times New Roman" panose="02020603050405020304" charset="0"/>
              <a:ea typeface="微软雅黑" panose="020B0503020204020204" charset="-122"/>
              <a:cs typeface="Times New Roman" panose="02020603050405020304" charset="0"/>
            </a:endParaRPr>
          </a:p>
          <a:p>
            <a:pPr algn="l"/>
            <a:r>
              <a:rPr lang="en-US" altLang="zh-CN" sz="1000">
                <a:solidFill>
                  <a:schemeClr val="tx1"/>
                </a:solidFill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  <a:sym typeface="+mn-ea"/>
              </a:rPr>
              <a:t>Test4: ‘category1’</a:t>
            </a:r>
            <a:endParaRPr lang="en-US" altLang="zh-CN" sz="1000">
              <a:solidFill>
                <a:schemeClr val="tx1"/>
              </a:solidFill>
              <a:latin typeface="Times New Roman" panose="02020603050405020304" charset="0"/>
              <a:ea typeface="微软雅黑" panose="020B0503020204020204" charset="-122"/>
              <a:cs typeface="Times New Roman" panose="02020603050405020304" charset="0"/>
            </a:endParaRPr>
          </a:p>
          <a:p>
            <a:pPr algn="l"/>
            <a:r>
              <a:rPr lang="en-US" altLang="zh-CN" sz="1000">
                <a:solidFill>
                  <a:schemeClr val="tx1"/>
                </a:solidFill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</a:rPr>
              <a:t>...</a:t>
            </a:r>
            <a:endParaRPr lang="en-US" altLang="zh-CN" sz="1000">
              <a:solidFill>
                <a:schemeClr val="tx1"/>
              </a:solidFill>
              <a:latin typeface="Times New Roman" panose="02020603050405020304" charset="0"/>
              <a:ea typeface="微软雅黑" panose="020B0503020204020204" charset="-122"/>
              <a:cs typeface="Times New Roman" panose="02020603050405020304" charset="0"/>
            </a:endParaRPr>
          </a:p>
        </p:txBody>
      </p:sp>
      <p:sp>
        <p:nvSpPr>
          <p:cNvPr id="2" name="右箭头 1"/>
          <p:cNvSpPr/>
          <p:nvPr/>
        </p:nvSpPr>
        <p:spPr>
          <a:xfrm>
            <a:off x="5085080" y="775335"/>
            <a:ext cx="968375" cy="250190"/>
          </a:xfrm>
          <a:prstGeom prst="rightArrow">
            <a:avLst>
              <a:gd name="adj1" fmla="val 50000"/>
              <a:gd name="adj2" fmla="val 57106"/>
            </a:avLst>
          </a:prstGeom>
          <a:solidFill>
            <a:srgbClr val="98A2AA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52" name="右箭头 251"/>
          <p:cNvSpPr/>
          <p:nvPr/>
        </p:nvSpPr>
        <p:spPr>
          <a:xfrm rot="10800000">
            <a:off x="2454275" y="2306955"/>
            <a:ext cx="968375" cy="250190"/>
          </a:xfrm>
          <a:prstGeom prst="rightArrow">
            <a:avLst>
              <a:gd name="adj1" fmla="val 50000"/>
              <a:gd name="adj2" fmla="val 57106"/>
            </a:avLst>
          </a:prstGeom>
          <a:solidFill>
            <a:srgbClr val="98A2AA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54" name="右箭头 253"/>
          <p:cNvSpPr/>
          <p:nvPr/>
        </p:nvSpPr>
        <p:spPr>
          <a:xfrm>
            <a:off x="2468880" y="4208145"/>
            <a:ext cx="968375" cy="250190"/>
          </a:xfrm>
          <a:prstGeom prst="rightArrow">
            <a:avLst>
              <a:gd name="adj1" fmla="val 50000"/>
              <a:gd name="adj2" fmla="val 57106"/>
            </a:avLst>
          </a:prstGeom>
          <a:solidFill>
            <a:srgbClr val="98A2AA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64" name="右箭头 263"/>
          <p:cNvSpPr/>
          <p:nvPr/>
        </p:nvSpPr>
        <p:spPr>
          <a:xfrm>
            <a:off x="5198110" y="4208145"/>
            <a:ext cx="968375" cy="250190"/>
          </a:xfrm>
          <a:prstGeom prst="rightArrow">
            <a:avLst>
              <a:gd name="adj1" fmla="val 50000"/>
              <a:gd name="adj2" fmla="val 57106"/>
            </a:avLst>
          </a:prstGeom>
          <a:solidFill>
            <a:srgbClr val="98A2AA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66" name="右箭头 265"/>
          <p:cNvSpPr/>
          <p:nvPr/>
        </p:nvSpPr>
        <p:spPr>
          <a:xfrm rot="10800000">
            <a:off x="8178165" y="2306955"/>
            <a:ext cx="764540" cy="250190"/>
          </a:xfrm>
          <a:prstGeom prst="rightArrow">
            <a:avLst>
              <a:gd name="adj1" fmla="val 50000"/>
              <a:gd name="adj2" fmla="val 57106"/>
            </a:avLst>
          </a:prstGeom>
          <a:solidFill>
            <a:srgbClr val="98A2AA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75" name="文本框 274"/>
          <p:cNvSpPr txBox="1"/>
          <p:nvPr/>
        </p:nvSpPr>
        <p:spPr>
          <a:xfrm>
            <a:off x="4052570" y="-22860"/>
            <a:ext cx="411480" cy="368300"/>
          </a:xfrm>
          <a:prstGeom prst="rect">
            <a:avLst/>
          </a:prstGeom>
          <a:noFill/>
        </p:spPr>
        <p:txBody>
          <a:bodyPr wrap="none" rtlCol="0" anchor="t">
            <a:spAutoFit/>
          </a:bodyPr>
          <a:p>
            <a:r>
              <a:rPr lang="zh-CN" altLang="en-US">
                <a:latin typeface="Calibri" panose="020F0502020204030204" charset="0"/>
              </a:rPr>
              <a:t>①</a:t>
            </a:r>
            <a:endParaRPr lang="zh-CN" altLang="en-US">
              <a:latin typeface="Calibri" panose="020F0502020204030204" charset="0"/>
            </a:endParaRPr>
          </a:p>
        </p:txBody>
      </p:sp>
      <p:sp>
        <p:nvSpPr>
          <p:cNvPr id="276" name="文本框 275"/>
          <p:cNvSpPr txBox="1"/>
          <p:nvPr/>
        </p:nvSpPr>
        <p:spPr>
          <a:xfrm>
            <a:off x="8171180" y="1238885"/>
            <a:ext cx="411480" cy="368300"/>
          </a:xfrm>
          <a:prstGeom prst="rect">
            <a:avLst/>
          </a:prstGeom>
          <a:noFill/>
        </p:spPr>
        <p:txBody>
          <a:bodyPr wrap="none" rtlCol="0" anchor="t">
            <a:spAutoFit/>
          </a:bodyPr>
          <a:p>
            <a:r>
              <a:rPr lang="zh-CN" altLang="en-US">
                <a:latin typeface="Calibri" panose="020F0502020204030204" charset="0"/>
              </a:rPr>
              <a:t>②</a:t>
            </a:r>
            <a:endParaRPr lang="zh-CN" altLang="en-US"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77" name="矩形 276"/>
          <p:cNvSpPr/>
          <p:nvPr/>
        </p:nvSpPr>
        <p:spPr>
          <a:xfrm>
            <a:off x="2513330" y="838835"/>
            <a:ext cx="923925" cy="123825"/>
          </a:xfrm>
          <a:prstGeom prst="rect">
            <a:avLst/>
          </a:prstGeom>
          <a:solidFill>
            <a:srgbClr val="98A2AA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78" name="矩形 277"/>
          <p:cNvSpPr/>
          <p:nvPr/>
        </p:nvSpPr>
        <p:spPr>
          <a:xfrm>
            <a:off x="5071745" y="2371725"/>
            <a:ext cx="923925" cy="123825"/>
          </a:xfrm>
          <a:prstGeom prst="rect">
            <a:avLst/>
          </a:prstGeom>
          <a:solidFill>
            <a:srgbClr val="98A2AA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79" name="矩形 278"/>
          <p:cNvSpPr/>
          <p:nvPr/>
        </p:nvSpPr>
        <p:spPr>
          <a:xfrm>
            <a:off x="8006715" y="838835"/>
            <a:ext cx="923925" cy="123825"/>
          </a:xfrm>
          <a:prstGeom prst="rect">
            <a:avLst/>
          </a:prstGeom>
          <a:solidFill>
            <a:srgbClr val="98A2AA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80" name="文本框 279"/>
          <p:cNvSpPr txBox="1"/>
          <p:nvPr/>
        </p:nvSpPr>
        <p:spPr>
          <a:xfrm>
            <a:off x="4052570" y="1525270"/>
            <a:ext cx="411480" cy="368300"/>
          </a:xfrm>
          <a:prstGeom prst="rect">
            <a:avLst/>
          </a:prstGeom>
          <a:noFill/>
        </p:spPr>
        <p:txBody>
          <a:bodyPr wrap="none" rtlCol="0" anchor="t">
            <a:spAutoFit/>
          </a:bodyPr>
          <a:p>
            <a:r>
              <a:rPr lang="zh-CN" altLang="en-US">
                <a:latin typeface="微软雅黑" panose="020B0503020204020204" charset="-122"/>
                <a:ea typeface="微软雅黑" panose="020B0503020204020204" charset="-122"/>
              </a:rPr>
              <a:t>③</a:t>
            </a:r>
            <a:endParaRPr lang="zh-CN" altLang="en-US"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81" name="文本框 280"/>
          <p:cNvSpPr txBox="1"/>
          <p:nvPr/>
        </p:nvSpPr>
        <p:spPr>
          <a:xfrm>
            <a:off x="2732405" y="3260090"/>
            <a:ext cx="411480" cy="368300"/>
          </a:xfrm>
          <a:prstGeom prst="rect">
            <a:avLst/>
          </a:prstGeom>
          <a:noFill/>
        </p:spPr>
        <p:txBody>
          <a:bodyPr wrap="none" rtlCol="0" anchor="t">
            <a:spAutoFit/>
          </a:bodyPr>
          <a:p>
            <a:r>
              <a:rPr lang="zh-CN" altLang="en-US">
                <a:latin typeface="微软雅黑" panose="020B0503020204020204" charset="-122"/>
                <a:ea typeface="微软雅黑" panose="020B0503020204020204" charset="-122"/>
              </a:rPr>
              <a:t>④</a:t>
            </a:r>
            <a:endParaRPr lang="zh-CN" altLang="en-US"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82" name="文本框 281"/>
          <p:cNvSpPr txBox="1"/>
          <p:nvPr/>
        </p:nvSpPr>
        <p:spPr>
          <a:xfrm>
            <a:off x="5363210" y="3269615"/>
            <a:ext cx="411480" cy="368300"/>
          </a:xfrm>
          <a:prstGeom prst="rect">
            <a:avLst/>
          </a:prstGeom>
          <a:noFill/>
        </p:spPr>
        <p:txBody>
          <a:bodyPr wrap="none" rtlCol="0" anchor="t">
            <a:spAutoFit/>
          </a:bodyPr>
          <a:p>
            <a:r>
              <a:rPr lang="zh-CN" altLang="en-US">
                <a:latin typeface="微软雅黑" panose="020B0503020204020204" charset="-122"/>
                <a:ea typeface="微软雅黑" panose="020B0503020204020204" charset="-122"/>
              </a:rPr>
              <a:t>⑤</a:t>
            </a:r>
            <a:endParaRPr lang="zh-CN" altLang="en-US"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  <p:custDataLst>
      <p:tags r:id="rId11"/>
    </p:custData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/>
          <p:cNvSpPr txBox="1"/>
          <p:nvPr/>
        </p:nvSpPr>
        <p:spPr>
          <a:xfrm>
            <a:off x="3963065" y="61666"/>
            <a:ext cx="4261737" cy="4897615"/>
          </a:xfrm>
          <a:prstGeom prst="rect">
            <a:avLst/>
          </a:prstGeom>
          <a:noFill/>
          <a:ln w="12700" cmpd="sng">
            <a:solidFill>
              <a:schemeClr val="tx1"/>
            </a:solidFill>
            <a:prstDash val="solid"/>
          </a:ln>
        </p:spPr>
        <p:txBody>
          <a:bodyPr wrap="square" rtlCol="0">
            <a:noAutofit/>
          </a:bodyPr>
          <a:p>
            <a:r>
              <a:rPr lang="en-US" altLang="zh-CN" sz="1420" b="1">
                <a:latin typeface="Times New Roman" panose="02020603050405020304" charset="0"/>
                <a:cs typeface="Times New Roman" panose="02020603050405020304" charset="0"/>
              </a:rPr>
              <a:t>### Task Description ###</a:t>
            </a:r>
            <a:endParaRPr lang="en-US" altLang="zh-CN" sz="1420" b="1">
              <a:latin typeface="Times New Roman" panose="02020603050405020304" charset="0"/>
              <a:cs typeface="Times New Roman" panose="02020603050405020304" charset="0"/>
            </a:endParaRPr>
          </a:p>
          <a:p>
            <a:r>
              <a:rPr lang="en-US" altLang="zh-CN" sz="1420">
                <a:latin typeface="Times New Roman" panose="02020603050405020304" charset="0"/>
                <a:cs typeface="Times New Roman" panose="02020603050405020304" charset="0"/>
              </a:rPr>
              <a:t>Given a set of feature vectors of EEG samples, determine whether the category of the sample to be predicted is A or B.</a:t>
            </a:r>
            <a:endParaRPr lang="en-US" altLang="zh-CN" sz="1420">
              <a:latin typeface="Times New Roman" panose="02020603050405020304" charset="0"/>
              <a:cs typeface="Times New Roman" panose="02020603050405020304" charset="0"/>
            </a:endParaRPr>
          </a:p>
          <a:p>
            <a:endParaRPr lang="en-US" altLang="zh-CN" sz="1420">
              <a:latin typeface="Times New Roman" panose="02020603050405020304" charset="0"/>
              <a:cs typeface="Times New Roman" panose="02020603050405020304" charset="0"/>
            </a:endParaRPr>
          </a:p>
          <a:p>
            <a:r>
              <a:rPr lang="en-US" altLang="zh-CN" sz="1420" b="1">
                <a:latin typeface="Times New Roman" panose="02020603050405020304" charset="0"/>
                <a:cs typeface="Times New Roman" panose="02020603050405020304" charset="0"/>
              </a:rPr>
              <a:t>### Demonstrations ###</a:t>
            </a:r>
            <a:endParaRPr lang="en-US" altLang="zh-CN" sz="1420" b="1">
              <a:latin typeface="Times New Roman" panose="02020603050405020304" charset="0"/>
              <a:cs typeface="Times New Roman" panose="02020603050405020304" charset="0"/>
            </a:endParaRPr>
          </a:p>
          <a:p>
            <a:r>
              <a:rPr lang="en-US" altLang="zh-CN" sz="1420">
                <a:latin typeface="Times New Roman" panose="02020603050405020304" charset="0"/>
                <a:cs typeface="Times New Roman" panose="02020603050405020304" charset="0"/>
              </a:rPr>
              <a:t>Features: [0.23, 1.45, 0.87, ..., 0.91]  </a:t>
            </a:r>
            <a:endParaRPr lang="en-US" altLang="zh-CN" sz="1420">
              <a:latin typeface="Times New Roman" panose="02020603050405020304" charset="0"/>
              <a:cs typeface="Times New Roman" panose="02020603050405020304" charset="0"/>
            </a:endParaRPr>
          </a:p>
          <a:p>
            <a:r>
              <a:rPr lang="en-US" altLang="zh-CN" sz="1420">
                <a:latin typeface="Times New Roman" panose="02020603050405020304" charset="0"/>
                <a:cs typeface="Times New Roman" panose="02020603050405020304" charset="0"/>
              </a:rPr>
              <a:t>Label: A  </a:t>
            </a:r>
            <a:endParaRPr lang="en-US" altLang="zh-CN" sz="1420">
              <a:latin typeface="Times New Roman" panose="02020603050405020304" charset="0"/>
              <a:cs typeface="Times New Roman" panose="02020603050405020304" charset="0"/>
            </a:endParaRPr>
          </a:p>
          <a:p>
            <a:r>
              <a:rPr lang="en-US" altLang="zh-CN" sz="1420">
                <a:latin typeface="Times New Roman" panose="02020603050405020304" charset="0"/>
                <a:cs typeface="Times New Roman" panose="02020603050405020304" charset="0"/>
                <a:sym typeface="+mn-ea"/>
              </a:rPr>
              <a:t>Features</a:t>
            </a:r>
            <a:r>
              <a:rPr lang="en-US" altLang="zh-CN" sz="1420">
                <a:latin typeface="Times New Roman" panose="02020603050405020304" charset="0"/>
                <a:cs typeface="Times New Roman" panose="02020603050405020304" charset="0"/>
              </a:rPr>
              <a:t>: [1.14, 0.76, 1.09, ..., 0.67]  </a:t>
            </a:r>
            <a:endParaRPr lang="en-US" altLang="zh-CN" sz="1420">
              <a:latin typeface="Times New Roman" panose="02020603050405020304" charset="0"/>
              <a:cs typeface="Times New Roman" panose="02020603050405020304" charset="0"/>
            </a:endParaRPr>
          </a:p>
          <a:p>
            <a:r>
              <a:rPr lang="en-US" altLang="zh-CN" sz="1420">
                <a:latin typeface="Times New Roman" panose="02020603050405020304" charset="0"/>
                <a:cs typeface="Times New Roman" panose="02020603050405020304" charset="0"/>
              </a:rPr>
              <a:t>Label: B  </a:t>
            </a:r>
            <a:endParaRPr lang="en-US" altLang="zh-CN" sz="1420">
              <a:latin typeface="Times New Roman" panose="02020603050405020304" charset="0"/>
              <a:cs typeface="Times New Roman" panose="02020603050405020304" charset="0"/>
            </a:endParaRPr>
          </a:p>
          <a:p>
            <a:r>
              <a:rPr lang="en-US" altLang="zh-CN" sz="1420">
                <a:latin typeface="Times New Roman" panose="02020603050405020304" charset="0"/>
                <a:cs typeface="Times New Roman" panose="02020603050405020304" charset="0"/>
              </a:rPr>
              <a:t>...</a:t>
            </a:r>
            <a:endParaRPr lang="en-US" altLang="zh-CN" sz="1420">
              <a:latin typeface="Times New Roman" panose="02020603050405020304" charset="0"/>
              <a:cs typeface="Times New Roman" panose="02020603050405020304" charset="0"/>
            </a:endParaRPr>
          </a:p>
          <a:p>
            <a:endParaRPr lang="en-US" altLang="zh-CN" sz="1420">
              <a:latin typeface="Times New Roman" panose="02020603050405020304" charset="0"/>
              <a:cs typeface="Times New Roman" panose="02020603050405020304" charset="0"/>
            </a:endParaRPr>
          </a:p>
          <a:p>
            <a:r>
              <a:rPr lang="en-US" altLang="zh-CN" sz="1420" b="1">
                <a:latin typeface="Times New Roman" panose="02020603050405020304" charset="0"/>
                <a:cs typeface="Times New Roman" panose="02020603050405020304" charset="0"/>
              </a:rPr>
              <a:t>### Samples to be predicted ###</a:t>
            </a:r>
            <a:endParaRPr lang="en-US" altLang="zh-CN" sz="1420" b="1">
              <a:latin typeface="Times New Roman" panose="02020603050405020304" charset="0"/>
              <a:cs typeface="Times New Roman" panose="02020603050405020304" charset="0"/>
            </a:endParaRPr>
          </a:p>
          <a:p>
            <a:r>
              <a:rPr lang="en-US" altLang="zh-CN" sz="1420">
                <a:latin typeface="Times New Roman" panose="02020603050405020304" charset="0"/>
                <a:cs typeface="Times New Roman" panose="02020603050405020304" charset="0"/>
                <a:sym typeface="+mn-ea"/>
              </a:rPr>
              <a:t>Features</a:t>
            </a:r>
            <a:r>
              <a:rPr lang="en-US" altLang="zh-CN" sz="1420">
                <a:latin typeface="Times New Roman" panose="02020603050405020304" charset="0"/>
                <a:cs typeface="Times New Roman" panose="02020603050405020304" charset="0"/>
              </a:rPr>
              <a:t>: [0.41, 1.30, 0.99, ..., 0.80]  </a:t>
            </a:r>
            <a:endParaRPr lang="en-US" altLang="zh-CN" sz="1420">
              <a:latin typeface="Times New Roman" panose="02020603050405020304" charset="0"/>
              <a:cs typeface="Times New Roman" panose="02020603050405020304" charset="0"/>
            </a:endParaRPr>
          </a:p>
          <a:p>
            <a:r>
              <a:rPr lang="en-US" altLang="zh-CN" sz="1420">
                <a:latin typeface="Times New Roman" panose="02020603050405020304" charset="0"/>
                <a:cs typeface="Times New Roman" panose="02020603050405020304" charset="0"/>
                <a:sym typeface="+mn-ea"/>
              </a:rPr>
              <a:t>Features</a:t>
            </a:r>
            <a:r>
              <a:rPr lang="en-US" altLang="zh-CN" sz="1420">
                <a:latin typeface="Times New Roman" panose="02020603050405020304" charset="0"/>
                <a:cs typeface="Times New Roman" panose="02020603050405020304" charset="0"/>
              </a:rPr>
              <a:t>: [1.08, 0.64, 1.05, ..., 0.72]  </a:t>
            </a:r>
            <a:endParaRPr lang="en-US" altLang="zh-CN" sz="1420">
              <a:latin typeface="Times New Roman" panose="02020603050405020304" charset="0"/>
              <a:cs typeface="Times New Roman" panose="02020603050405020304" charset="0"/>
            </a:endParaRPr>
          </a:p>
          <a:p>
            <a:r>
              <a:rPr lang="en-US" altLang="zh-CN" sz="1420">
                <a:latin typeface="Times New Roman" panose="02020603050405020304" charset="0"/>
                <a:cs typeface="Times New Roman" panose="02020603050405020304" charset="0"/>
                <a:sym typeface="+mn-ea"/>
              </a:rPr>
              <a:t>Features</a:t>
            </a:r>
            <a:r>
              <a:rPr lang="en-US" altLang="zh-CN" sz="1420">
                <a:latin typeface="Times New Roman" panose="02020603050405020304" charset="0"/>
                <a:cs typeface="Times New Roman" panose="02020603050405020304" charset="0"/>
              </a:rPr>
              <a:t>: [0.27, 1.38, 0.90, ..., 0.76]  </a:t>
            </a:r>
            <a:endParaRPr lang="en-US" altLang="zh-CN" sz="1420">
              <a:latin typeface="Times New Roman" panose="02020603050405020304" charset="0"/>
              <a:cs typeface="Times New Roman" panose="02020603050405020304" charset="0"/>
            </a:endParaRPr>
          </a:p>
          <a:p>
            <a:r>
              <a:rPr lang="en-US" altLang="zh-CN" sz="1420">
                <a:latin typeface="Times New Roman" panose="02020603050405020304" charset="0"/>
                <a:cs typeface="Times New Roman" panose="02020603050405020304" charset="0"/>
                <a:sym typeface="+mn-ea"/>
              </a:rPr>
              <a:t>Features</a:t>
            </a:r>
            <a:r>
              <a:rPr lang="en-US" altLang="zh-CN" sz="1420">
                <a:latin typeface="Times New Roman" panose="02020603050405020304" charset="0"/>
                <a:cs typeface="Times New Roman" panose="02020603050405020304" charset="0"/>
              </a:rPr>
              <a:t>: [0.37, 4.38, 2.90, ..., 0.16]  </a:t>
            </a:r>
            <a:endParaRPr lang="en-US" altLang="zh-CN" sz="1420">
              <a:latin typeface="Times New Roman" panose="02020603050405020304" charset="0"/>
              <a:cs typeface="Times New Roman" panose="02020603050405020304" charset="0"/>
            </a:endParaRPr>
          </a:p>
          <a:p>
            <a:r>
              <a:rPr lang="en-US" altLang="zh-CN" sz="1420">
                <a:latin typeface="Times New Roman" panose="02020603050405020304" charset="0"/>
                <a:cs typeface="Times New Roman" panose="02020603050405020304" charset="0"/>
              </a:rPr>
              <a:t>...</a:t>
            </a:r>
            <a:endParaRPr lang="en-US" altLang="zh-CN" sz="1420">
              <a:latin typeface="Times New Roman" panose="02020603050405020304" charset="0"/>
              <a:cs typeface="Times New Roman" panose="02020603050405020304" charset="0"/>
            </a:endParaRPr>
          </a:p>
          <a:p>
            <a:endParaRPr lang="en-US" altLang="zh-CN" sz="1420">
              <a:latin typeface="Times New Roman" panose="02020603050405020304" charset="0"/>
              <a:cs typeface="Times New Roman" panose="02020603050405020304" charset="0"/>
            </a:endParaRPr>
          </a:p>
          <a:p>
            <a:r>
              <a:rPr lang="en-US" altLang="zh-CN" sz="1420" b="1">
                <a:latin typeface="Times New Roman" panose="02020603050405020304" charset="0"/>
                <a:cs typeface="Times New Roman" panose="02020603050405020304" charset="0"/>
                <a:sym typeface="+mn-ea"/>
              </a:rPr>
              <a:t>### Instructions ###</a:t>
            </a:r>
            <a:endParaRPr lang="en-US" altLang="zh-CN" sz="1420" b="1">
              <a:latin typeface="Times New Roman" panose="02020603050405020304" charset="0"/>
              <a:cs typeface="Times New Roman" panose="02020603050405020304" charset="0"/>
              <a:sym typeface="+mn-ea"/>
            </a:endParaRPr>
          </a:p>
          <a:p>
            <a:r>
              <a:rPr lang="en-US" altLang="zh-CN" sz="1420">
                <a:latin typeface="Times New Roman" panose="02020603050405020304" charset="0"/>
                <a:cs typeface="Times New Roman" panose="02020603050405020304" charset="0"/>
                <a:sym typeface="+mn-ea"/>
              </a:rPr>
              <a:t>Predict the label of the following input and return in a JSON list.</a:t>
            </a:r>
            <a:endParaRPr lang="en-US" altLang="zh-CN" sz="1420">
              <a:latin typeface="Times New Roman" panose="02020603050405020304" charset="0"/>
              <a:cs typeface="Times New Roman" panose="02020603050405020304" charset="0"/>
            </a:endParaRPr>
          </a:p>
          <a:p>
            <a:endParaRPr lang="en-US" altLang="zh-CN" sz="1420">
              <a:latin typeface="Times New Roman" panose="02020603050405020304" charset="0"/>
              <a:cs typeface="Times New Roman" panose="02020603050405020304" charset="0"/>
            </a:endParaRPr>
          </a:p>
        </p:txBody>
      </p:sp>
    </p:spTree>
    <p:custDataLst>
      <p:tags r:id="rId1"/>
    </p:custData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3" name="图片 72"/>
          <p:cNvPicPr/>
          <p:nvPr/>
        </p:nvPicPr>
        <p:blipFill>
          <a:blip r:embed="rId1"/>
          <a:stretch>
            <a:fillRect/>
          </a:stretch>
        </p:blipFill>
        <p:spPr>
          <a:xfrm>
            <a:off x="3362538" y="3244873"/>
            <a:ext cx="231022" cy="168016"/>
          </a:xfrm>
          <a:prstGeom prst="rect">
            <a:avLst/>
          </a:prstGeom>
        </p:spPr>
      </p:pic>
      <p:pic>
        <p:nvPicPr>
          <p:cNvPr id="299" name="图片 298"/>
          <p:cNvPicPr/>
          <p:nvPr/>
        </p:nvPicPr>
        <p:blipFill>
          <a:blip r:embed="rId2"/>
          <a:stretch>
            <a:fillRect/>
          </a:stretch>
        </p:blipFill>
        <p:spPr>
          <a:xfrm>
            <a:off x="2639262" y="174608"/>
            <a:ext cx="629797" cy="629797"/>
          </a:xfrm>
          <a:prstGeom prst="rect">
            <a:avLst/>
          </a:prstGeom>
        </p:spPr>
      </p:pic>
      <p:pic>
        <p:nvPicPr>
          <p:cNvPr id="8" name="图片 7"/>
          <p:cNvPicPr/>
          <p:nvPr/>
        </p:nvPicPr>
        <p:blipFill>
          <a:blip r:embed="rId3"/>
          <a:stretch>
            <a:fillRect/>
          </a:stretch>
        </p:blipFill>
        <p:spPr>
          <a:xfrm>
            <a:off x="2762881" y="1003887"/>
            <a:ext cx="500285" cy="531623"/>
          </a:xfrm>
          <a:prstGeom prst="rect">
            <a:avLst/>
          </a:prstGeom>
        </p:spPr>
      </p:pic>
      <p:sp>
        <p:nvSpPr>
          <p:cNvPr id="344" name="右箭头 343"/>
          <p:cNvSpPr/>
          <p:nvPr/>
        </p:nvSpPr>
        <p:spPr>
          <a:xfrm>
            <a:off x="3269094" y="416663"/>
            <a:ext cx="466071" cy="145973"/>
          </a:xfrm>
          <a:prstGeom prst="rightArrow">
            <a:avLst>
              <a:gd name="adj1" fmla="val 50000"/>
              <a:gd name="adj2" fmla="val 57106"/>
            </a:avLst>
          </a:prstGeom>
          <a:noFill/>
          <a:ln>
            <a:solidFill>
              <a:srgbClr val="646464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50"/>
          </a:p>
        </p:txBody>
      </p:sp>
      <p:pic>
        <p:nvPicPr>
          <p:cNvPr id="14" name="图片 13"/>
          <p:cNvPicPr/>
          <p:nvPr/>
        </p:nvPicPr>
        <p:blipFill>
          <a:blip r:embed="rId4"/>
          <a:stretch>
            <a:fillRect/>
          </a:stretch>
        </p:blipFill>
        <p:spPr>
          <a:xfrm>
            <a:off x="4054183" y="50669"/>
            <a:ext cx="878658" cy="263610"/>
          </a:xfrm>
          <a:prstGeom prst="rect">
            <a:avLst/>
          </a:prstGeom>
        </p:spPr>
      </p:pic>
      <p:pic>
        <p:nvPicPr>
          <p:cNvPr id="16" name="图片 15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49008" y="355318"/>
            <a:ext cx="355233" cy="330529"/>
          </a:xfrm>
          <a:prstGeom prst="rect">
            <a:avLst/>
          </a:prstGeom>
        </p:spPr>
      </p:pic>
      <p:pic>
        <p:nvPicPr>
          <p:cNvPr id="18" name="图片 17"/>
          <p:cNvPicPr/>
          <p:nvPr/>
        </p:nvPicPr>
        <p:blipFill>
          <a:blip r:embed="rId6"/>
          <a:stretch>
            <a:fillRect/>
          </a:stretch>
        </p:blipFill>
        <p:spPr>
          <a:xfrm>
            <a:off x="4520682" y="358276"/>
            <a:ext cx="338599" cy="338663"/>
          </a:xfrm>
          <a:prstGeom prst="rect">
            <a:avLst/>
          </a:prstGeom>
        </p:spPr>
      </p:pic>
      <p:sp>
        <p:nvSpPr>
          <p:cNvPr id="19" name="矩形 18"/>
          <p:cNvSpPr/>
          <p:nvPr/>
        </p:nvSpPr>
        <p:spPr>
          <a:xfrm>
            <a:off x="3829205" y="8891"/>
            <a:ext cx="1289859" cy="748682"/>
          </a:xfrm>
          <a:prstGeom prst="rect">
            <a:avLst/>
          </a:prstGeom>
          <a:solidFill>
            <a:schemeClr val="accent1">
              <a:alpha val="25000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50"/>
          </a:p>
        </p:txBody>
      </p:sp>
      <p:pic>
        <p:nvPicPr>
          <p:cNvPr id="9" name="图片 8"/>
          <p:cNvPicPr/>
          <p:nvPr/>
        </p:nvPicPr>
        <p:blipFill>
          <a:blip r:embed="rId7"/>
          <a:stretch>
            <a:fillRect/>
          </a:stretch>
        </p:blipFill>
        <p:spPr>
          <a:xfrm>
            <a:off x="3972216" y="938003"/>
            <a:ext cx="941287" cy="264263"/>
          </a:xfrm>
          <a:prstGeom prst="rect">
            <a:avLst/>
          </a:prstGeom>
        </p:spPr>
      </p:pic>
      <p:pic>
        <p:nvPicPr>
          <p:cNvPr id="11" name="图片 10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011498" y="1240441"/>
            <a:ext cx="384668" cy="379901"/>
          </a:xfrm>
          <a:prstGeom prst="rect">
            <a:avLst/>
          </a:prstGeom>
        </p:spPr>
      </p:pic>
      <p:pic>
        <p:nvPicPr>
          <p:cNvPr id="17" name="图片 16"/>
          <p:cNvPicPr/>
          <p:nvPr/>
        </p:nvPicPr>
        <p:blipFill>
          <a:blip r:embed="rId9"/>
          <a:stretch>
            <a:fillRect/>
          </a:stretch>
        </p:blipFill>
        <p:spPr>
          <a:xfrm>
            <a:off x="4501042" y="1268238"/>
            <a:ext cx="339456" cy="341725"/>
          </a:xfrm>
          <a:prstGeom prst="rect">
            <a:avLst/>
          </a:prstGeom>
        </p:spPr>
      </p:pic>
      <p:sp>
        <p:nvSpPr>
          <p:cNvPr id="20" name="矩形 19"/>
          <p:cNvSpPr/>
          <p:nvPr/>
        </p:nvSpPr>
        <p:spPr>
          <a:xfrm>
            <a:off x="3829205" y="899086"/>
            <a:ext cx="1295559" cy="750535"/>
          </a:xfrm>
          <a:prstGeom prst="rect">
            <a:avLst/>
          </a:prstGeom>
          <a:solidFill>
            <a:schemeClr val="accent1">
              <a:alpha val="25000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50"/>
          </a:p>
        </p:txBody>
      </p:sp>
      <p:sp>
        <p:nvSpPr>
          <p:cNvPr id="23" name="右箭头 22"/>
          <p:cNvSpPr/>
          <p:nvPr/>
        </p:nvSpPr>
        <p:spPr>
          <a:xfrm>
            <a:off x="3269094" y="1224327"/>
            <a:ext cx="466071" cy="145973"/>
          </a:xfrm>
          <a:prstGeom prst="rightArrow">
            <a:avLst>
              <a:gd name="adj1" fmla="val 50000"/>
              <a:gd name="adj2" fmla="val 57106"/>
            </a:avLst>
          </a:prstGeom>
          <a:noFill/>
          <a:ln>
            <a:solidFill>
              <a:srgbClr val="646464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50"/>
          </a:p>
        </p:txBody>
      </p:sp>
      <p:sp>
        <p:nvSpPr>
          <p:cNvPr id="24" name="右箭头 23"/>
          <p:cNvSpPr/>
          <p:nvPr/>
        </p:nvSpPr>
        <p:spPr>
          <a:xfrm>
            <a:off x="5162301" y="399250"/>
            <a:ext cx="375675" cy="145973"/>
          </a:xfrm>
          <a:prstGeom prst="rightArrow">
            <a:avLst>
              <a:gd name="adj1" fmla="val 50000"/>
              <a:gd name="adj2" fmla="val 57106"/>
            </a:avLst>
          </a:prstGeom>
          <a:noFill/>
          <a:ln>
            <a:solidFill>
              <a:srgbClr val="646464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50"/>
          </a:p>
        </p:txBody>
      </p:sp>
      <p:sp>
        <p:nvSpPr>
          <p:cNvPr id="25" name="右箭头 24"/>
          <p:cNvSpPr/>
          <p:nvPr/>
        </p:nvSpPr>
        <p:spPr>
          <a:xfrm>
            <a:off x="5170822" y="1206915"/>
            <a:ext cx="375675" cy="145973"/>
          </a:xfrm>
          <a:prstGeom prst="rightArrow">
            <a:avLst>
              <a:gd name="adj1" fmla="val 50000"/>
              <a:gd name="adj2" fmla="val 57106"/>
            </a:avLst>
          </a:prstGeom>
          <a:noFill/>
          <a:ln>
            <a:solidFill>
              <a:srgbClr val="646464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50"/>
          </a:p>
        </p:txBody>
      </p:sp>
      <p:pic>
        <p:nvPicPr>
          <p:cNvPr id="26" name="图片 25" descr="brain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834008" y="2616331"/>
            <a:ext cx="404552" cy="404552"/>
          </a:xfrm>
          <a:prstGeom prst="rect">
            <a:avLst/>
          </a:prstGeom>
        </p:spPr>
      </p:pic>
      <p:pic>
        <p:nvPicPr>
          <p:cNvPr id="27" name="图片 26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777997" y="3041367"/>
            <a:ext cx="514326" cy="531623"/>
          </a:xfrm>
          <a:prstGeom prst="rect">
            <a:avLst/>
          </a:prstGeom>
        </p:spPr>
      </p:pic>
      <p:sp>
        <p:nvSpPr>
          <p:cNvPr id="33" name="文本框 32"/>
          <p:cNvSpPr txBox="1"/>
          <p:nvPr/>
        </p:nvSpPr>
        <p:spPr>
          <a:xfrm>
            <a:off x="3261360" y="252095"/>
            <a:ext cx="478790" cy="21653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815">
                <a:latin typeface="Times New Roman" panose="02020603050405020304" charset="0"/>
                <a:cs typeface="Times New Roman" panose="02020603050405020304" charset="0"/>
              </a:rPr>
              <a:t>LLMs</a:t>
            </a:r>
            <a:endParaRPr lang="en-US" altLang="zh-CN" sz="815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34" name="文本框 33"/>
          <p:cNvSpPr txBox="1"/>
          <p:nvPr/>
        </p:nvSpPr>
        <p:spPr>
          <a:xfrm>
            <a:off x="3270250" y="1064260"/>
            <a:ext cx="491490" cy="21653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815" dirty="0">
                <a:latin typeface="Times New Roman" panose="02020603050405020304" charset="0"/>
                <a:cs typeface="Times New Roman" panose="02020603050405020304" charset="0"/>
              </a:rPr>
              <a:t>LVMs</a:t>
            </a:r>
            <a:endParaRPr lang="en-US" altLang="zh-CN" sz="815" dirty="0">
              <a:latin typeface="Times New Roman" panose="02020603050405020304" charset="0"/>
              <a:cs typeface="Times New Roman" panose="02020603050405020304" charset="0"/>
            </a:endParaRPr>
          </a:p>
        </p:txBody>
      </p:sp>
      <p:pic>
        <p:nvPicPr>
          <p:cNvPr id="44" name="图片 43"/>
          <p:cNvPicPr/>
          <p:nvPr/>
        </p:nvPicPr>
        <p:blipFill>
          <a:blip r:embed="rId12"/>
          <a:stretch>
            <a:fillRect/>
          </a:stretch>
        </p:blipFill>
        <p:spPr>
          <a:xfrm>
            <a:off x="4116868" y="3805971"/>
            <a:ext cx="714672" cy="714671"/>
          </a:xfrm>
          <a:prstGeom prst="rect">
            <a:avLst/>
          </a:prstGeom>
        </p:spPr>
      </p:pic>
      <p:sp>
        <p:nvSpPr>
          <p:cNvPr id="43" name="矩形 42"/>
          <p:cNvSpPr/>
          <p:nvPr/>
        </p:nvSpPr>
        <p:spPr>
          <a:xfrm>
            <a:off x="3997402" y="3824884"/>
            <a:ext cx="970324" cy="599178"/>
          </a:xfrm>
          <a:prstGeom prst="rect">
            <a:avLst/>
          </a:prstGeom>
          <a:solidFill>
            <a:schemeClr val="accent1">
              <a:alpha val="25000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50"/>
          </a:p>
        </p:txBody>
      </p:sp>
      <p:sp>
        <p:nvSpPr>
          <p:cNvPr id="50" name="文本框 49"/>
          <p:cNvSpPr txBox="1"/>
          <p:nvPr/>
        </p:nvSpPr>
        <p:spPr>
          <a:xfrm>
            <a:off x="3643069" y="3550648"/>
            <a:ext cx="1668638" cy="199322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815" b="1" dirty="0">
                <a:solidFill>
                  <a:schemeClr val="accent1"/>
                </a:solidFill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  <a:sym typeface="+mn-ea"/>
              </a:rPr>
              <a:t>Challenge</a:t>
            </a:r>
            <a:r>
              <a:rPr lang="en-US" altLang="zh-CN" sz="815" dirty="0"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  <a:sym typeface="+mn-ea"/>
              </a:rPr>
              <a:t>: </a:t>
            </a:r>
            <a:r>
              <a:rPr lang="en-US" altLang="zh-CN" sz="815" b="1" dirty="0">
                <a:solidFill>
                  <a:srgbClr val="FF0000"/>
                </a:solidFill>
                <a:latin typeface="Times New Roman" panose="02020603050405020304" charset="0"/>
                <a:cs typeface="Times New Roman" panose="02020603050405020304" charset="0"/>
              </a:rPr>
              <a:t>No</a:t>
            </a:r>
            <a:r>
              <a:rPr lang="en-US" altLang="zh-CN" sz="815" dirty="0">
                <a:latin typeface="Times New Roman" panose="02020603050405020304" charset="0"/>
                <a:cs typeface="Times New Roman" panose="02020603050405020304" charset="0"/>
              </a:rPr>
              <a:t> Professional</a:t>
            </a:r>
            <a:r>
              <a:rPr lang="zh-CN" altLang="en-US" sz="815" dirty="0">
                <a:latin typeface="Times New Roman" panose="02020603050405020304" charset="0"/>
                <a:cs typeface="Times New Roman" panose="02020603050405020304" charset="0"/>
              </a:rPr>
              <a:t> </a:t>
            </a:r>
            <a:r>
              <a:rPr lang="en-US" altLang="zh-CN" sz="815" dirty="0">
                <a:latin typeface="Times New Roman" panose="02020603050405020304" charset="0"/>
                <a:cs typeface="Times New Roman" panose="02020603050405020304" charset="0"/>
              </a:rPr>
              <a:t>Large Brain</a:t>
            </a:r>
            <a:r>
              <a:rPr lang="zh-CN" altLang="en-US" sz="815" dirty="0">
                <a:latin typeface="Times New Roman" panose="02020603050405020304" charset="0"/>
                <a:cs typeface="Times New Roman" panose="02020603050405020304" charset="0"/>
              </a:rPr>
              <a:t> </a:t>
            </a:r>
            <a:r>
              <a:rPr lang="en-US" altLang="zh-CN" sz="815" dirty="0">
                <a:latin typeface="Times New Roman" panose="02020603050405020304" charset="0"/>
                <a:cs typeface="Times New Roman" panose="02020603050405020304" charset="0"/>
              </a:rPr>
              <a:t>Model</a:t>
            </a:r>
            <a:endParaRPr lang="en-US" altLang="zh-CN" sz="815" dirty="0">
              <a:latin typeface="Times New Roman" panose="02020603050405020304" charset="0"/>
              <a:cs typeface="Times New Roman" panose="02020603050405020304" charset="0"/>
            </a:endParaRPr>
          </a:p>
          <a:p>
            <a:endParaRPr lang="en-US" altLang="zh-CN" sz="815" dirty="0">
              <a:solidFill>
                <a:schemeClr val="tx1"/>
              </a:solidFill>
              <a:latin typeface="Times New Roman" panose="02020603050405020304" charset="0"/>
              <a:ea typeface="微软雅黑" panose="020B0503020204020204" charset="-122"/>
              <a:cs typeface="Times New Roman" panose="02020603050405020304" charset="0"/>
            </a:endParaRPr>
          </a:p>
          <a:p>
            <a:endParaRPr lang="zh-CN" altLang="en-US" sz="815" dirty="0">
              <a:latin typeface="Times New Roman" panose="02020603050405020304" charset="0"/>
              <a:ea typeface="微软雅黑" panose="020B0503020204020204" charset="-122"/>
              <a:cs typeface="Times New Roman" panose="02020603050405020304" charset="0"/>
              <a:sym typeface="+mn-ea"/>
            </a:endParaRPr>
          </a:p>
        </p:txBody>
      </p:sp>
      <p:sp>
        <p:nvSpPr>
          <p:cNvPr id="51" name="文本框 50"/>
          <p:cNvSpPr txBox="1"/>
          <p:nvPr/>
        </p:nvSpPr>
        <p:spPr>
          <a:xfrm>
            <a:off x="3677867" y="1746276"/>
            <a:ext cx="1633840" cy="21653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815" b="1" dirty="0">
                <a:solidFill>
                  <a:schemeClr val="accent1"/>
                </a:solidFill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  <a:sym typeface="+mn-ea"/>
              </a:rPr>
              <a:t>Challenge</a:t>
            </a:r>
            <a:r>
              <a:rPr lang="en-US" altLang="zh-CN" sz="815" dirty="0"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  <a:sym typeface="+mn-ea"/>
              </a:rPr>
              <a:t>: EEG</a:t>
            </a:r>
            <a:r>
              <a:rPr lang="zh-CN" altLang="en-US" sz="815" dirty="0"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  <a:sym typeface="+mn-ea"/>
              </a:rPr>
              <a:t> </a:t>
            </a:r>
            <a:r>
              <a:rPr lang="en-US" altLang="zh-CN" sz="815" dirty="0"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  <a:sym typeface="+mn-ea"/>
              </a:rPr>
              <a:t>Data</a:t>
            </a:r>
            <a:r>
              <a:rPr lang="zh-CN" altLang="en-US" sz="815" dirty="0"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  <a:sym typeface="+mn-ea"/>
              </a:rPr>
              <a:t> </a:t>
            </a:r>
            <a:r>
              <a:rPr lang="en-US" altLang="zh-CN" sz="815" dirty="0"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  <a:sym typeface="+mn-ea"/>
              </a:rPr>
              <a:t>Scarcity</a:t>
            </a:r>
            <a:endParaRPr lang="en-US" altLang="zh-CN" sz="815" dirty="0">
              <a:latin typeface="Times New Roman" panose="02020603050405020304" charset="0"/>
              <a:ea typeface="微软雅黑" panose="020B0503020204020204" charset="-122"/>
              <a:cs typeface="Times New Roman" panose="02020603050405020304" charset="0"/>
              <a:sym typeface="+mn-ea"/>
            </a:endParaRPr>
          </a:p>
        </p:txBody>
      </p:sp>
      <p:pic>
        <p:nvPicPr>
          <p:cNvPr id="53" name="图片 52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724485" y="1900370"/>
            <a:ext cx="383455" cy="505716"/>
          </a:xfrm>
          <a:prstGeom prst="rect">
            <a:avLst/>
          </a:prstGeom>
        </p:spPr>
      </p:pic>
      <p:pic>
        <p:nvPicPr>
          <p:cNvPr id="54" name="图片 53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148387" y="1988017"/>
            <a:ext cx="430291" cy="397692"/>
          </a:xfrm>
          <a:prstGeom prst="rect">
            <a:avLst/>
          </a:prstGeom>
        </p:spPr>
      </p:pic>
      <p:pic>
        <p:nvPicPr>
          <p:cNvPr id="55" name="图片 54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876759" y="2168398"/>
            <a:ext cx="256003" cy="205363"/>
          </a:xfrm>
          <a:prstGeom prst="rect">
            <a:avLst/>
          </a:prstGeom>
          <a:ln>
            <a:noFill/>
          </a:ln>
        </p:spPr>
      </p:pic>
      <p:sp>
        <p:nvSpPr>
          <p:cNvPr id="59" name="文本框 58"/>
          <p:cNvSpPr txBox="1"/>
          <p:nvPr/>
        </p:nvSpPr>
        <p:spPr>
          <a:xfrm>
            <a:off x="3626683" y="2415929"/>
            <a:ext cx="1096108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700" dirty="0">
                <a:latin typeface="Times New Roman" panose="02020603050405020304" charset="0"/>
                <a:cs typeface="Times New Roman" panose="02020603050405020304" charset="0"/>
              </a:rPr>
              <a:t>Huge</a:t>
            </a:r>
            <a:r>
              <a:rPr lang="zh-CN" altLang="en-US" sz="700" dirty="0">
                <a:latin typeface="Times New Roman" panose="02020603050405020304" charset="0"/>
                <a:cs typeface="Times New Roman" panose="02020603050405020304" charset="0"/>
              </a:rPr>
              <a:t> </a:t>
            </a:r>
            <a:r>
              <a:rPr lang="en-US" altLang="zh-CN" sz="700" dirty="0">
                <a:latin typeface="Times New Roman" panose="02020603050405020304" charset="0"/>
                <a:cs typeface="Times New Roman" panose="02020603050405020304" charset="0"/>
              </a:rPr>
              <a:t>Text and</a:t>
            </a:r>
            <a:r>
              <a:rPr lang="zh-CN" altLang="en-US" sz="700" dirty="0">
                <a:latin typeface="Times New Roman" panose="02020603050405020304" charset="0"/>
                <a:cs typeface="Times New Roman" panose="02020603050405020304" charset="0"/>
              </a:rPr>
              <a:t> </a:t>
            </a:r>
            <a:r>
              <a:rPr lang="en-US" altLang="zh-CN" sz="700" dirty="0">
                <a:latin typeface="Times New Roman" panose="02020603050405020304" charset="0"/>
                <a:cs typeface="Times New Roman" panose="02020603050405020304" charset="0"/>
              </a:rPr>
              <a:t>Image</a:t>
            </a:r>
            <a:r>
              <a:rPr lang="zh-CN" altLang="en-US" sz="700" dirty="0">
                <a:latin typeface="Times New Roman" panose="02020603050405020304" charset="0"/>
                <a:cs typeface="Times New Roman" panose="02020603050405020304" charset="0"/>
              </a:rPr>
              <a:t> </a:t>
            </a:r>
            <a:r>
              <a:rPr lang="en-US" altLang="zh-CN" sz="700" dirty="0">
                <a:latin typeface="Times New Roman" panose="02020603050405020304" charset="0"/>
                <a:cs typeface="Times New Roman" panose="02020603050405020304" charset="0"/>
              </a:rPr>
              <a:t>Data</a:t>
            </a:r>
            <a:endParaRPr lang="en-US" altLang="zh-CN" sz="700" dirty="0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61" name="文本框 60"/>
          <p:cNvSpPr txBox="1"/>
          <p:nvPr/>
        </p:nvSpPr>
        <p:spPr>
          <a:xfrm>
            <a:off x="4629938" y="2411843"/>
            <a:ext cx="762567" cy="1987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700" b="1" dirty="0">
                <a:solidFill>
                  <a:srgbClr val="FF0000"/>
                </a:solidFill>
                <a:latin typeface="Times New Roman" panose="02020603050405020304" charset="0"/>
                <a:cs typeface="Times New Roman" panose="02020603050405020304" charset="0"/>
              </a:rPr>
              <a:t>Rare</a:t>
            </a:r>
            <a:r>
              <a:rPr lang="zh-CN" altLang="en-US" sz="700" dirty="0">
                <a:latin typeface="Times New Roman" panose="02020603050405020304" charset="0"/>
                <a:cs typeface="Times New Roman" panose="02020603050405020304" charset="0"/>
              </a:rPr>
              <a:t> </a:t>
            </a:r>
            <a:r>
              <a:rPr lang="en-US" altLang="zh-CN" sz="700" dirty="0">
                <a:latin typeface="Times New Roman" panose="02020603050405020304" charset="0"/>
                <a:cs typeface="Times New Roman" panose="02020603050405020304" charset="0"/>
              </a:rPr>
              <a:t>EEG Data</a:t>
            </a:r>
            <a:endParaRPr lang="en-US" altLang="zh-CN" sz="700" dirty="0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63" name="右箭头 62"/>
          <p:cNvSpPr/>
          <p:nvPr/>
        </p:nvSpPr>
        <p:spPr>
          <a:xfrm>
            <a:off x="5408172" y="3058861"/>
            <a:ext cx="481783" cy="145973"/>
          </a:xfrm>
          <a:prstGeom prst="rightArrow">
            <a:avLst>
              <a:gd name="adj1" fmla="val 50000"/>
              <a:gd name="adj2" fmla="val 57106"/>
            </a:avLst>
          </a:prstGeom>
          <a:noFill/>
          <a:ln>
            <a:solidFill>
              <a:srgbClr val="646464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50"/>
          </a:p>
        </p:txBody>
      </p:sp>
      <p:pic>
        <p:nvPicPr>
          <p:cNvPr id="64" name="图片 63"/>
          <p:cNvPicPr/>
          <p:nvPr/>
        </p:nvPicPr>
        <p:blipFill>
          <a:blip r:embed="rId1"/>
          <a:stretch>
            <a:fillRect/>
          </a:stretch>
        </p:blipFill>
        <p:spPr>
          <a:xfrm>
            <a:off x="5486881" y="3219364"/>
            <a:ext cx="231022" cy="168016"/>
          </a:xfrm>
          <a:prstGeom prst="rect">
            <a:avLst/>
          </a:prstGeom>
        </p:spPr>
      </p:pic>
      <p:pic>
        <p:nvPicPr>
          <p:cNvPr id="286" name="图片 285"/>
          <p:cNvPicPr/>
          <p:nvPr/>
        </p:nvPicPr>
        <p:blipFill>
          <a:blip r:embed="rId16"/>
          <a:stretch>
            <a:fillRect/>
          </a:stretch>
        </p:blipFill>
        <p:spPr>
          <a:xfrm>
            <a:off x="5842882" y="2200235"/>
            <a:ext cx="894015" cy="513742"/>
          </a:xfrm>
          <a:prstGeom prst="rect">
            <a:avLst/>
          </a:prstGeom>
        </p:spPr>
      </p:pic>
      <p:sp>
        <p:nvSpPr>
          <p:cNvPr id="454" name="矩形 453"/>
          <p:cNvSpPr/>
          <p:nvPr>
            <p:custDataLst>
              <p:tags r:id="rId17"/>
            </p:custDataLst>
          </p:nvPr>
        </p:nvSpPr>
        <p:spPr>
          <a:xfrm>
            <a:off x="5911057" y="2728912"/>
            <a:ext cx="797290" cy="134858"/>
          </a:xfrm>
          <a:prstGeom prst="rect">
            <a:avLst/>
          </a:prstGeom>
          <a:noFill/>
          <a:ln w="15875">
            <a:noFill/>
          </a:ln>
        </p:spPr>
        <p:style>
          <a:lnRef idx="0">
            <a:srgbClr val="FFFFFF"/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15" dirty="0">
                <a:solidFill>
                  <a:schemeClr val="tx1"/>
                </a:solidFill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</a:rPr>
              <a:t>Motor Imagery</a:t>
            </a:r>
            <a:endParaRPr lang="en-US" altLang="zh-CN" sz="815" dirty="0">
              <a:solidFill>
                <a:schemeClr val="tx1"/>
              </a:solidFill>
              <a:latin typeface="Times New Roman" panose="02020603050405020304" charset="0"/>
              <a:ea typeface="微软雅黑" panose="020B0503020204020204" charset="-122"/>
              <a:cs typeface="Times New Roman" panose="02020603050405020304" charset="0"/>
            </a:endParaRPr>
          </a:p>
        </p:txBody>
      </p:sp>
      <p:sp>
        <p:nvSpPr>
          <p:cNvPr id="455" name="矩形 454"/>
          <p:cNvSpPr/>
          <p:nvPr>
            <p:custDataLst>
              <p:tags r:id="rId18"/>
            </p:custDataLst>
          </p:nvPr>
        </p:nvSpPr>
        <p:spPr>
          <a:xfrm>
            <a:off x="5742861" y="3458613"/>
            <a:ext cx="1135175" cy="199323"/>
          </a:xfrm>
          <a:prstGeom prst="rect">
            <a:avLst/>
          </a:prstGeom>
          <a:noFill/>
          <a:ln w="15875">
            <a:noFill/>
          </a:ln>
        </p:spPr>
        <p:style>
          <a:lnRef idx="0">
            <a:srgbClr val="FFFFFF"/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15" dirty="0">
                <a:solidFill>
                  <a:schemeClr val="tx1"/>
                </a:solidFill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</a:rPr>
              <a:t>Sleep-Stage Classification</a:t>
            </a:r>
            <a:endParaRPr lang="en-US" altLang="zh-CN" sz="815" dirty="0">
              <a:solidFill>
                <a:schemeClr val="tx1"/>
              </a:solidFill>
              <a:latin typeface="Times New Roman" panose="02020603050405020304" charset="0"/>
              <a:ea typeface="微软雅黑" panose="020B0503020204020204" charset="-122"/>
              <a:cs typeface="Times New Roman" panose="02020603050405020304" charset="0"/>
            </a:endParaRPr>
          </a:p>
        </p:txBody>
      </p:sp>
      <p:pic>
        <p:nvPicPr>
          <p:cNvPr id="288" name="图片 287"/>
          <p:cNvPicPr/>
          <p:nvPr/>
        </p:nvPicPr>
        <p:blipFill>
          <a:blip r:embed="rId19"/>
          <a:srcRect b="14528"/>
          <a:stretch>
            <a:fillRect/>
          </a:stretch>
        </p:blipFill>
        <p:spPr>
          <a:xfrm>
            <a:off x="5790702" y="3751837"/>
            <a:ext cx="1063217" cy="560224"/>
          </a:xfrm>
          <a:prstGeom prst="rect">
            <a:avLst/>
          </a:prstGeom>
        </p:spPr>
      </p:pic>
      <p:sp>
        <p:nvSpPr>
          <p:cNvPr id="456" name="矩形 455"/>
          <p:cNvSpPr/>
          <p:nvPr>
            <p:custDataLst>
              <p:tags r:id="rId20"/>
            </p:custDataLst>
          </p:nvPr>
        </p:nvSpPr>
        <p:spPr>
          <a:xfrm>
            <a:off x="5889956" y="4303859"/>
            <a:ext cx="900286" cy="134858"/>
          </a:xfrm>
          <a:prstGeom prst="rect">
            <a:avLst/>
          </a:prstGeom>
          <a:noFill/>
          <a:ln w="15875">
            <a:noFill/>
          </a:ln>
        </p:spPr>
        <p:style>
          <a:lnRef idx="0">
            <a:srgbClr val="FFFFFF"/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15" dirty="0">
                <a:solidFill>
                  <a:schemeClr val="tx1"/>
                </a:solidFill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</a:rPr>
              <a:t>Seizure Detection</a:t>
            </a:r>
            <a:endParaRPr lang="en-US" altLang="zh-CN" sz="815" dirty="0">
              <a:solidFill>
                <a:schemeClr val="tx1"/>
              </a:solidFill>
              <a:latin typeface="Times New Roman" panose="02020603050405020304" charset="0"/>
              <a:ea typeface="微软雅黑" panose="020B0503020204020204" charset="-122"/>
              <a:cs typeface="Times New Roman" panose="02020603050405020304" charset="0"/>
            </a:endParaRPr>
          </a:p>
        </p:txBody>
      </p:sp>
      <p:sp>
        <p:nvSpPr>
          <p:cNvPr id="67" name="文本框 66"/>
          <p:cNvSpPr txBox="1"/>
          <p:nvPr/>
        </p:nvSpPr>
        <p:spPr>
          <a:xfrm>
            <a:off x="3672305" y="2712894"/>
            <a:ext cx="1639401" cy="298984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815" b="1" dirty="0">
                <a:solidFill>
                  <a:schemeClr val="accent1"/>
                </a:solidFill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  <a:sym typeface="+mn-ea"/>
              </a:rPr>
              <a:t>Challenge</a:t>
            </a:r>
            <a:r>
              <a:rPr lang="en-US" altLang="zh-CN" sz="815" dirty="0"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  <a:sym typeface="+mn-ea"/>
              </a:rPr>
              <a:t>: Unstructured and</a:t>
            </a:r>
            <a:r>
              <a:rPr lang="zh-CN" altLang="en-US" sz="815" dirty="0"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  <a:sym typeface="+mn-ea"/>
              </a:rPr>
              <a:t> </a:t>
            </a:r>
            <a:r>
              <a:rPr lang="en-US" altLang="zh-CN" sz="815" dirty="0"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  <a:sym typeface="+mn-ea"/>
              </a:rPr>
              <a:t>High-Dimensional</a:t>
            </a:r>
            <a:r>
              <a:rPr lang="zh-CN" altLang="en-US" sz="815" dirty="0"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  <a:sym typeface="+mn-ea"/>
              </a:rPr>
              <a:t> </a:t>
            </a:r>
            <a:r>
              <a:rPr lang="en-US" altLang="zh-CN" sz="815" dirty="0"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  <a:sym typeface="+mn-ea"/>
              </a:rPr>
              <a:t>EEG</a:t>
            </a:r>
            <a:r>
              <a:rPr lang="zh-CN" altLang="en-US" sz="815" dirty="0"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  <a:sym typeface="+mn-ea"/>
              </a:rPr>
              <a:t> </a:t>
            </a:r>
            <a:r>
              <a:rPr lang="en-US" altLang="zh-CN" sz="815" dirty="0"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  <a:sym typeface="+mn-ea"/>
              </a:rPr>
              <a:t>Data</a:t>
            </a:r>
            <a:endParaRPr lang="en-US" altLang="zh-CN" sz="815" dirty="0">
              <a:solidFill>
                <a:schemeClr val="tx1"/>
              </a:solidFill>
              <a:latin typeface="Times New Roman" panose="02020603050405020304" charset="0"/>
              <a:ea typeface="微软雅黑" panose="020B0503020204020204" charset="-122"/>
              <a:cs typeface="Times New Roman" panose="02020603050405020304" charset="0"/>
            </a:endParaRPr>
          </a:p>
          <a:p>
            <a:endParaRPr lang="zh-CN" altLang="en-US" sz="815" dirty="0">
              <a:latin typeface="Times New Roman" panose="02020603050405020304" charset="0"/>
              <a:ea typeface="微软雅黑" panose="020B0503020204020204" charset="-122"/>
              <a:cs typeface="Times New Roman" panose="02020603050405020304" charset="0"/>
              <a:sym typeface="+mn-ea"/>
            </a:endParaRPr>
          </a:p>
        </p:txBody>
      </p:sp>
      <p:sp>
        <p:nvSpPr>
          <p:cNvPr id="69" name="右箭头 68"/>
          <p:cNvSpPr/>
          <p:nvPr/>
        </p:nvSpPr>
        <p:spPr>
          <a:xfrm>
            <a:off x="3341732" y="3098971"/>
            <a:ext cx="324542" cy="145973"/>
          </a:xfrm>
          <a:prstGeom prst="rightArrow">
            <a:avLst>
              <a:gd name="adj1" fmla="val 50000"/>
              <a:gd name="adj2" fmla="val 57106"/>
            </a:avLst>
          </a:prstGeom>
          <a:noFill/>
          <a:ln>
            <a:solidFill>
              <a:srgbClr val="646464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50"/>
          </a:p>
        </p:txBody>
      </p:sp>
      <p:sp>
        <p:nvSpPr>
          <p:cNvPr id="72" name="文本框 71"/>
          <p:cNvSpPr txBox="1"/>
          <p:nvPr/>
        </p:nvSpPr>
        <p:spPr>
          <a:xfrm>
            <a:off x="3309620" y="2938780"/>
            <a:ext cx="519430" cy="21653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815" dirty="0">
                <a:latin typeface="Times New Roman" panose="02020603050405020304" charset="0"/>
                <a:cs typeface="Times New Roman" panose="02020603050405020304" charset="0"/>
              </a:rPr>
              <a:t>LLMs</a:t>
            </a:r>
            <a:endParaRPr lang="en-US" altLang="zh-CN" sz="815" dirty="0">
              <a:latin typeface="Times New Roman" panose="02020603050405020304" charset="0"/>
              <a:cs typeface="Times New Roman" panose="02020603050405020304" charset="0"/>
            </a:endParaRPr>
          </a:p>
        </p:txBody>
      </p:sp>
      <p:pic>
        <p:nvPicPr>
          <p:cNvPr id="74" name="图片 73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3761585" y="3054938"/>
            <a:ext cx="330476" cy="330476"/>
          </a:xfrm>
          <a:prstGeom prst="rect">
            <a:avLst/>
          </a:prstGeom>
        </p:spPr>
      </p:pic>
      <p:grpSp>
        <p:nvGrpSpPr>
          <p:cNvPr id="75" name="组合 74"/>
          <p:cNvGrpSpPr/>
          <p:nvPr/>
        </p:nvGrpSpPr>
        <p:grpSpPr>
          <a:xfrm>
            <a:off x="4585921" y="2984915"/>
            <a:ext cx="642056" cy="468667"/>
            <a:chOff x="5528" y="2647"/>
            <a:chExt cx="2772" cy="2024"/>
          </a:xfrm>
        </p:grpSpPr>
        <p:pic>
          <p:nvPicPr>
            <p:cNvPr id="76" name="图片 75"/>
            <p:cNvPicPr/>
            <p:nvPr/>
          </p:nvPicPr>
          <p:blipFill>
            <a:blip r:embed="rId4"/>
            <a:stretch>
              <a:fillRect/>
            </a:stretch>
          </p:blipFill>
          <p:spPr>
            <a:xfrm>
              <a:off x="5848" y="2760"/>
              <a:ext cx="2377" cy="713"/>
            </a:xfrm>
            <a:prstGeom prst="rect">
              <a:avLst/>
            </a:prstGeom>
          </p:spPr>
        </p:pic>
        <p:pic>
          <p:nvPicPr>
            <p:cNvPr id="77" name="图片 76"/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5834" y="3584"/>
              <a:ext cx="961" cy="894"/>
            </a:xfrm>
            <a:prstGeom prst="rect">
              <a:avLst/>
            </a:prstGeom>
          </p:spPr>
        </p:pic>
        <p:pic>
          <p:nvPicPr>
            <p:cNvPr id="78" name="图片 77"/>
            <p:cNvPicPr/>
            <p:nvPr/>
          </p:nvPicPr>
          <p:blipFill>
            <a:blip r:embed="rId6"/>
            <a:stretch>
              <a:fillRect/>
            </a:stretch>
          </p:blipFill>
          <p:spPr>
            <a:xfrm>
              <a:off x="7110" y="3592"/>
              <a:ext cx="916" cy="916"/>
            </a:xfrm>
            <a:prstGeom prst="rect">
              <a:avLst/>
            </a:prstGeom>
          </p:spPr>
        </p:pic>
        <p:sp>
          <p:nvSpPr>
            <p:cNvPr id="79" name="矩形 78"/>
            <p:cNvSpPr/>
            <p:nvPr/>
          </p:nvSpPr>
          <p:spPr>
            <a:xfrm>
              <a:off x="5528" y="2647"/>
              <a:ext cx="2772" cy="2025"/>
            </a:xfrm>
            <a:prstGeom prst="rect">
              <a:avLst/>
            </a:prstGeom>
            <a:solidFill>
              <a:schemeClr val="accent1">
                <a:alpha val="25000"/>
              </a:schemeClr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50"/>
            </a:p>
          </p:txBody>
        </p:sp>
      </p:grpSp>
      <p:cxnSp>
        <p:nvCxnSpPr>
          <p:cNvPr id="80" name="直接箭头连接符 79"/>
          <p:cNvCxnSpPr>
            <a:stCxn id="74" idx="3"/>
          </p:cNvCxnSpPr>
          <p:nvPr/>
        </p:nvCxnSpPr>
        <p:spPr>
          <a:xfrm flipV="1">
            <a:off x="4092060" y="3219434"/>
            <a:ext cx="493861" cy="741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pic>
        <p:nvPicPr>
          <p:cNvPr id="82" name="图片 81"/>
          <p:cNvPicPr/>
          <p:nvPr/>
        </p:nvPicPr>
        <p:blipFill>
          <a:blip r:embed="rId21"/>
          <a:stretch>
            <a:fillRect/>
          </a:stretch>
        </p:blipFill>
        <p:spPr>
          <a:xfrm>
            <a:off x="4223213" y="3131629"/>
            <a:ext cx="183762" cy="183762"/>
          </a:xfrm>
          <a:prstGeom prst="rect">
            <a:avLst/>
          </a:prstGeom>
        </p:spPr>
      </p:pic>
      <p:sp>
        <p:nvSpPr>
          <p:cNvPr id="87" name="矩形 86"/>
          <p:cNvSpPr/>
          <p:nvPr/>
        </p:nvSpPr>
        <p:spPr>
          <a:xfrm>
            <a:off x="3672296" y="1759365"/>
            <a:ext cx="1639410" cy="268971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50"/>
          </a:p>
        </p:txBody>
      </p:sp>
      <p:sp>
        <p:nvSpPr>
          <p:cNvPr id="89" name="文本框 88"/>
          <p:cNvSpPr txBox="1"/>
          <p:nvPr/>
        </p:nvSpPr>
        <p:spPr>
          <a:xfrm>
            <a:off x="5866130" y="1759585"/>
            <a:ext cx="1012190" cy="31369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txBody>
          <a:bodyPr wrap="square" rtlCol="0">
            <a:noAutofit/>
          </a:bodyPr>
          <a:lstStyle/>
          <a:p>
            <a:pPr algn="ctr"/>
            <a:r>
              <a:rPr lang="en-US" altLang="zh-CN" sz="815" dirty="0"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  <a:sym typeface="+mn-ea"/>
              </a:rPr>
              <a:t>Downstream</a:t>
            </a:r>
            <a:r>
              <a:rPr lang="zh-CN" altLang="en-US" sz="815" dirty="0"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  <a:sym typeface="+mn-ea"/>
              </a:rPr>
              <a:t> </a:t>
            </a:r>
            <a:r>
              <a:rPr lang="en-US" altLang="zh-CN" sz="815" dirty="0"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  <a:sym typeface="+mn-ea"/>
              </a:rPr>
              <a:t>EEG</a:t>
            </a:r>
            <a:r>
              <a:rPr lang="zh-CN" altLang="en-US" sz="815" dirty="0"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  <a:sym typeface="+mn-ea"/>
              </a:rPr>
              <a:t> </a:t>
            </a:r>
            <a:r>
              <a:rPr lang="en-US" altLang="zh-CN" sz="815" dirty="0"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  <a:sym typeface="+mn-ea"/>
              </a:rPr>
              <a:t>Decoding</a:t>
            </a:r>
            <a:r>
              <a:rPr lang="zh-CN" altLang="en-US" sz="815" dirty="0"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  <a:sym typeface="+mn-ea"/>
              </a:rPr>
              <a:t> </a:t>
            </a:r>
            <a:r>
              <a:rPr lang="en-US" altLang="zh-CN" sz="815" dirty="0"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  <a:sym typeface="+mn-ea"/>
              </a:rPr>
              <a:t>Tasks</a:t>
            </a:r>
            <a:endParaRPr lang="en-US" altLang="zh-CN" sz="815" dirty="0">
              <a:latin typeface="Times New Roman" panose="02020603050405020304" charset="0"/>
              <a:ea typeface="微软雅黑" panose="020B0503020204020204" charset="-122"/>
              <a:cs typeface="Times New Roman" panose="02020603050405020304" charset="0"/>
              <a:sym typeface="+mn-ea"/>
            </a:endParaRPr>
          </a:p>
        </p:txBody>
      </p:sp>
      <p:sp>
        <p:nvSpPr>
          <p:cNvPr id="90" name="文本框 89"/>
          <p:cNvSpPr txBox="1"/>
          <p:nvPr/>
        </p:nvSpPr>
        <p:spPr>
          <a:xfrm>
            <a:off x="5621769" y="314143"/>
            <a:ext cx="1135064" cy="33637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txBody>
          <a:bodyPr wrap="square" rtlCol="0">
            <a:noAutofit/>
          </a:bodyPr>
          <a:lstStyle/>
          <a:p>
            <a:pPr algn="ctr"/>
            <a:r>
              <a:rPr lang="en-US" altLang="zh-CN" sz="815"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  <a:sym typeface="+mn-ea"/>
              </a:rPr>
              <a:t>NLP</a:t>
            </a:r>
            <a:endParaRPr lang="en-US" altLang="zh-CN" sz="815">
              <a:latin typeface="Times New Roman" panose="02020603050405020304" charset="0"/>
              <a:ea typeface="微软雅黑" panose="020B0503020204020204" charset="-122"/>
              <a:cs typeface="Times New Roman" panose="02020603050405020304" charset="0"/>
              <a:sym typeface="+mn-ea"/>
            </a:endParaRPr>
          </a:p>
          <a:p>
            <a:pPr algn="ctr"/>
            <a:r>
              <a:rPr lang="en-US" altLang="zh-CN" sz="815"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  <a:sym typeface="+mn-ea"/>
              </a:rPr>
              <a:t>Downstream Tasks</a:t>
            </a:r>
            <a:endParaRPr lang="en-US" altLang="zh-CN" sz="815">
              <a:latin typeface="Times New Roman" panose="02020603050405020304" charset="0"/>
              <a:ea typeface="微软雅黑" panose="020B0503020204020204" charset="-122"/>
              <a:cs typeface="Times New Roman" panose="02020603050405020304" charset="0"/>
              <a:sym typeface="+mn-ea"/>
            </a:endParaRPr>
          </a:p>
        </p:txBody>
      </p:sp>
      <p:sp>
        <p:nvSpPr>
          <p:cNvPr id="91" name="文本框 90"/>
          <p:cNvSpPr txBox="1"/>
          <p:nvPr/>
        </p:nvSpPr>
        <p:spPr>
          <a:xfrm>
            <a:off x="5621769" y="1129137"/>
            <a:ext cx="1135064" cy="33637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txBody>
          <a:bodyPr wrap="square" rtlCol="0">
            <a:noAutofit/>
          </a:bodyPr>
          <a:lstStyle/>
          <a:p>
            <a:pPr algn="ctr"/>
            <a:r>
              <a:rPr lang="en-US" altLang="zh-CN" sz="815"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  <a:sym typeface="+mn-ea"/>
              </a:rPr>
              <a:t>CV</a:t>
            </a:r>
            <a:endParaRPr lang="en-US" altLang="zh-CN" sz="815">
              <a:latin typeface="Times New Roman" panose="02020603050405020304" charset="0"/>
              <a:ea typeface="微软雅黑" panose="020B0503020204020204" charset="-122"/>
              <a:cs typeface="Times New Roman" panose="02020603050405020304" charset="0"/>
              <a:sym typeface="+mn-ea"/>
            </a:endParaRPr>
          </a:p>
          <a:p>
            <a:pPr algn="ctr"/>
            <a:r>
              <a:rPr lang="en-US" altLang="zh-CN" sz="815"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  <a:sym typeface="+mn-ea"/>
              </a:rPr>
              <a:t>Downstream Tasks</a:t>
            </a:r>
            <a:endParaRPr lang="en-US" altLang="zh-CN" sz="815">
              <a:latin typeface="Times New Roman" panose="02020603050405020304" charset="0"/>
              <a:ea typeface="微软雅黑" panose="020B0503020204020204" charset="-122"/>
              <a:cs typeface="Times New Roman" panose="02020603050405020304" charset="0"/>
              <a:sym typeface="+mn-ea"/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4073987" y="3309787"/>
            <a:ext cx="589280" cy="21653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815" dirty="0">
                <a:latin typeface="Times New Roman" panose="02020603050405020304" charset="0"/>
                <a:cs typeface="Times New Roman" panose="02020603050405020304" charset="0"/>
              </a:rPr>
              <a:t>Indirectly</a:t>
            </a:r>
            <a:endParaRPr kumimoji="1" lang="zh-CN" altLang="en-US" sz="815" dirty="0">
              <a:latin typeface="Times New Roman" panose="02020603050405020304" charset="0"/>
              <a:cs typeface="Times New Roman" panose="02020603050405020304" charset="0"/>
            </a:endParaRPr>
          </a:p>
        </p:txBody>
      </p:sp>
      <p:pic>
        <p:nvPicPr>
          <p:cNvPr id="1028" name="Picture 4" descr="EEG Sleep Research » Brain Vision"/>
          <p:cNvPicPr>
            <a:picLocks noChangeAspect="1" noChangeArrowheads="1"/>
          </p:cNvPicPr>
          <p:nvPr/>
        </p:nvPicPr>
        <p:blipFill rotWithShape="1">
          <a:blip r:embed="rId2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3156" b="25666"/>
          <a:stretch>
            <a:fillRect/>
          </a:stretch>
        </p:blipFill>
        <p:spPr bwMode="auto">
          <a:xfrm>
            <a:off x="5907437" y="2949608"/>
            <a:ext cx="897635" cy="4593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文本框 4"/>
          <p:cNvSpPr txBox="1"/>
          <p:nvPr/>
        </p:nvSpPr>
        <p:spPr>
          <a:xfrm>
            <a:off x="5293360" y="2912745"/>
            <a:ext cx="803910" cy="1987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700" b="1" dirty="0">
                <a:latin typeface="Times New Roman" panose="02020603050405020304" charset="0"/>
                <a:ea typeface="微软雅黑" panose="020B0503020204020204" charset="-122"/>
                <a:cs typeface="Times New Roman" panose="02020603050405020304" charset="0"/>
                <a:sym typeface="+mn-ea"/>
              </a:rPr>
              <a:t>Underexplored</a:t>
            </a:r>
            <a:endParaRPr lang="zh-CN" altLang="en-US" sz="700" b="1" dirty="0"/>
          </a:p>
        </p:txBody>
      </p:sp>
    </p:spTree>
    <p:custDataLst>
      <p:tags r:id="rId23"/>
    </p:custDataLst>
  </p:cSld>
  <p:clrMapOvr>
    <a:masterClrMapping/>
  </p:clrMapOvr>
</p:sld>
</file>

<file path=ppt/tags/tag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3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3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4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5081"/>
</p:tagLst>
</file>

<file path=ppt/tags/tag5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5081"/>
</p:tagLst>
</file>

<file path=ppt/tags/tag5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2.xml><?xml version="1.0" encoding="utf-8"?>
<p:tagLst xmlns:p="http://schemas.openxmlformats.org/presentationml/2006/main">
  <p:tag name="KSO_WM_TEMPLATE_THUMBS_INDEX" val="1、4、7、12、13、14、15、16、17、18、20、24、25、28、33、36、40、43、44"/>
  <p:tag name="KSO_WM_TEMPLATE_SUBCATEGORY" val="19"/>
  <p:tag name="KSO_WM_TAG_VERSION" val="1.0"/>
  <p:tag name="KSO_WM_BEAUTIFY_FLAG" val="#wm#"/>
  <p:tag name="KSO_WM_TEMPLATE_CATEGORY" val="custom"/>
  <p:tag name="KSO_WM_TEMPLATE_INDEX" val="20205081"/>
  <p:tag name="KSO_WM_TEMPLATE_MASTER_TYPE" val="0"/>
  <p:tag name="KSO_WM_TEMPLATE_COLOR_TYPE" val="1"/>
  <p:tag name="KSO_WM_UNIT_SHOW_EDIT_AREA_INDICATION" val="1"/>
</p:tagLst>
</file>

<file path=ppt/tags/tag63.xml><?xml version="1.0" encoding="utf-8"?>
<p:tagLst xmlns:p="http://schemas.openxmlformats.org/presentationml/2006/main">
  <p:tag name="KSO_WM_DIAGRAM_VIRTUALLY_FRAME" val="{&quot;height&quot;:317.95,&quot;left&quot;:96.9,&quot;top&quot;:196.7,&quot;width&quot;:514.1}"/>
</p:tagLst>
</file>

<file path=ppt/tags/tag64.xml><?xml version="1.0" encoding="utf-8"?>
<p:tagLst xmlns:p="http://schemas.openxmlformats.org/presentationml/2006/main">
  <p:tag name="KSO_WM_DIAGRAM_VIRTUALLY_FRAME" val="{&quot;height&quot;:317.95,&quot;left&quot;:96.9,&quot;top&quot;:196.7,&quot;width&quot;:514.1}"/>
</p:tagLst>
</file>

<file path=ppt/tags/tag65.xml><?xml version="1.0" encoding="utf-8"?>
<p:tagLst xmlns:p="http://schemas.openxmlformats.org/presentationml/2006/main">
  <p:tag name="KSO_WM_DIAGRAM_VIRTUALLY_FRAME" val="{&quot;height&quot;:317.95,&quot;left&quot;:96.9,&quot;top&quot;:196.7,&quot;width&quot;:514.1}"/>
</p:tagLst>
</file>

<file path=ppt/tags/tag66.xml><?xml version="1.0" encoding="utf-8"?>
<p:tagLst xmlns:p="http://schemas.openxmlformats.org/presentationml/2006/main">
  <p:tag name="KSO_WM_DIAGRAM_VIRTUALLY_FRAME" val="{&quot;height&quot;:317.95,&quot;left&quot;:96.9,&quot;top&quot;:196.7,&quot;width&quot;:514.1}"/>
</p:tagLst>
</file>

<file path=ppt/tags/tag67.xml><?xml version="1.0" encoding="utf-8"?>
<p:tagLst xmlns:p="http://schemas.openxmlformats.org/presentationml/2006/main">
  <p:tag name="KSO_WM_DIAGRAM_VIRTUALLY_FRAME" val="{&quot;height&quot;:317.95,&quot;left&quot;:96.9,&quot;top&quot;:196.7,&quot;width&quot;:514.1}"/>
</p:tagLst>
</file>

<file path=ppt/tags/tag68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  <p:tag name="resource_record_key" val="{&quot;13&quot;:[4364907],&quot;65&quot;:[20205081]}"/>
</p:tagLst>
</file>

<file path=ppt/tags/tag69.xml><?xml version="1.0" encoding="utf-8"?>
<p:tagLst xmlns:p="http://schemas.openxmlformats.org/presentationml/2006/main">
  <p:tag name="KSO_WM_SLIDE_ID" val="custom20205081_1"/>
  <p:tag name="KSO_WM_TEMPLATE_SUBCATEGORY" val="19"/>
  <p:tag name="KSO_WM_TEMPLATE_MASTER_TYPE" val="0"/>
  <p:tag name="KSO_WM_TEMPLATE_COLOR_TYPE" val="1"/>
  <p:tag name="KSO_WM_SLIDE_TYPE" val="title"/>
  <p:tag name="KSO_WM_SLIDE_SUBTYPE" val="defaultBlank"/>
  <p:tag name="KSO_WM_SLIDE_ITEM_CNT" val="0"/>
  <p:tag name="KSO_WM_SLIDE_INDEX" val="1"/>
  <p:tag name="KSO_WM_TAG_VERSION" val="1.0"/>
  <p:tag name="KSO_WM_BEAUTIFY_FLAG" val="#wm#"/>
  <p:tag name="KSO_WM_TEMPLATE_CATEGORY" val="custom"/>
  <p:tag name="KSO_WM_TEMPLATE_INDEX" val="20205081"/>
  <p:tag name="KSO_WM_SLIDE_LAYOUT" val="a_b"/>
  <p:tag name="KSO_WM_SLIDE_LAYOUT_CNT" val="1_1"/>
  <p:tag name="KSO_WM_UNIT_SHOW_EDIT_AREA_INDICATION" val="1"/>
  <p:tag name="KSO_WM_TEMPLATE_THUMBS_INDEX" val="1、4、7、12、13、14、15、16、17、18、20、24、25、28、33、36、40、43、44"/>
</p:tagLst>
</file>

<file path=ppt/tags/tag70.xml><?xml version="1.0" encoding="utf-8"?>
<p:tagLst xmlns:p="http://schemas.openxmlformats.org/presentationml/2006/main">
  <p:tag name="KSO_WM_DIAGRAM_VIRTUALLY_FRAME" val="{&quot;height&quot;:337.5,&quot;left&quot;:276.6,&quot;top&quot;:51.25,&quot;width&quot;:294.4}"/>
</p:tagLst>
</file>

<file path=ppt/tags/tag71.xml><?xml version="1.0" encoding="utf-8"?>
<p:tagLst xmlns:p="http://schemas.openxmlformats.org/presentationml/2006/main">
  <p:tag name="KSO_WM_DIAGRAM_VIRTUALLY_FRAME" val="{&quot;height&quot;:337.5,&quot;left&quot;:276.6,&quot;top&quot;:51.25,&quot;width&quot;:294.4}"/>
</p:tagLst>
</file>

<file path=ppt/tags/tag72.xml><?xml version="1.0" encoding="utf-8"?>
<p:tagLst xmlns:p="http://schemas.openxmlformats.org/presentationml/2006/main">
  <p:tag name="KSO_WM_DIAGRAM_VIRTUALLY_FRAME" val="{&quot;height&quot;:337.5,&quot;left&quot;:276.6,&quot;top&quot;:51.25,&quot;width&quot;:294.4}"/>
</p:tagLst>
</file>

<file path=ppt/tags/tag73.xml><?xml version="1.0" encoding="utf-8"?>
<p:tagLst xmlns:p="http://schemas.openxmlformats.org/presentationml/2006/main">
  <p:tag name="KSO_WM_SLIDE_ID" val="custom20205081_1"/>
  <p:tag name="KSO_WM_TEMPLATE_SUBCATEGORY" val="19"/>
  <p:tag name="KSO_WM_TEMPLATE_MASTER_TYPE" val="0"/>
  <p:tag name="KSO_WM_TEMPLATE_COLOR_TYPE" val="1"/>
  <p:tag name="KSO_WM_SLIDE_TYPE" val="title"/>
  <p:tag name="KSO_WM_SLIDE_SUBTYPE" val="defaultBlank"/>
  <p:tag name="KSO_WM_SLIDE_ITEM_CNT" val="0"/>
  <p:tag name="KSO_WM_SLIDE_INDEX" val="1"/>
  <p:tag name="KSO_WM_TAG_VERSION" val="1.0"/>
  <p:tag name="KSO_WM_BEAUTIFY_FLAG" val="#wm#"/>
  <p:tag name="KSO_WM_TEMPLATE_CATEGORY" val="custom"/>
  <p:tag name="KSO_WM_TEMPLATE_INDEX" val="20205081"/>
  <p:tag name="KSO_WM_SLIDE_LAYOUT" val="a_b"/>
  <p:tag name="KSO_WM_SLIDE_LAYOUT_CNT" val="1_1"/>
  <p:tag name="KSO_WM_UNIT_SHOW_EDIT_AREA_INDICATION" val="1"/>
  <p:tag name="KSO_WM_TEMPLATE_THUMBS_INDEX" val="1、4、7、12、13、14、15、16、17、18、20、24、25、28、33、36、40、43、44"/>
</p:tagLst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1800</Words>
  <Application>WPS 演示</Application>
  <PresentationFormat>宽屏</PresentationFormat>
  <Paragraphs>142</Paragraphs>
  <Slides>3</Slides>
  <Notes>4</Notes>
  <HiddenSlides>0</HiddenSlides>
  <MMClips>0</MMClips>
  <ScaleCrop>false</ScaleCrop>
  <HeadingPairs>
    <vt:vector size="6" baseType="variant">
      <vt:variant>
        <vt:lpstr>已用的字体</vt:lpstr>
      </vt:variant>
      <vt:variant>
        <vt:i4>10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3</vt:i4>
      </vt:variant>
    </vt:vector>
  </HeadingPairs>
  <TitlesOfParts>
    <vt:vector size="14" baseType="lpstr">
      <vt:lpstr>Arial</vt:lpstr>
      <vt:lpstr>宋体</vt:lpstr>
      <vt:lpstr>Wingdings</vt:lpstr>
      <vt:lpstr>Wingdings</vt:lpstr>
      <vt:lpstr>Times New Roman</vt:lpstr>
      <vt:lpstr>微软雅黑</vt:lpstr>
      <vt:lpstr>Calibri</vt:lpstr>
      <vt:lpstr>BatangChe</vt:lpstr>
      <vt:lpstr>Segoe Print</vt:lpstr>
      <vt:lpstr>Arial Unicode MS</vt:lpstr>
      <vt:lpstr>WPS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空白演示</dc:title>
  <dc:creator/>
  <cp:lastModifiedBy>jingwei</cp:lastModifiedBy>
  <cp:revision>170</cp:revision>
  <dcterms:created xsi:type="dcterms:W3CDTF">2019-06-19T02:08:00Z</dcterms:created>
  <dcterms:modified xsi:type="dcterms:W3CDTF">2025-05-22T01:07:09Z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2052-12.1.0.21171</vt:lpwstr>
  </property>
  <property fmtid="{D5CDD505-2E9C-101B-9397-08002B2CF9AE}" pid="3" name="ICV">
    <vt:lpwstr>6D87F4BE52EC4AE0931404152B0DA197_11</vt:lpwstr>
  </property>
</Properties>
</file>